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9" r:id="rId16"/>
    <p:sldId id="311" r:id="rId17"/>
    <p:sldId id="286" r:id="rId18"/>
    <p:sldId id="312" r:id="rId19"/>
    <p:sldId id="287" r:id="rId20"/>
    <p:sldId id="313" r:id="rId21"/>
    <p:sldId id="314" r:id="rId22"/>
    <p:sldId id="315" r:id="rId23"/>
    <p:sldId id="316" r:id="rId24"/>
    <p:sldId id="317" r:id="rId25"/>
    <p:sldId id="31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60"/>
  </p:normalViewPr>
  <p:slideViewPr>
    <p:cSldViewPr>
      <p:cViewPr varScale="1">
        <p:scale>
          <a:sx n="108" d="100"/>
          <a:sy n="108" d="100"/>
        </p:scale>
        <p:origin x="181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4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3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5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3: Agile Software Development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HNDIT 4012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what Agile software development?</a:t>
            </a:r>
          </a:p>
          <a:p>
            <a:r>
              <a:rPr lang="en-US" dirty="0"/>
              <a:t>Understand why Agile is needed?</a:t>
            </a:r>
          </a:p>
          <a:p>
            <a:r>
              <a:rPr lang="en-US" dirty="0"/>
              <a:t>Describe Agile principles</a:t>
            </a:r>
          </a:p>
          <a:p>
            <a:r>
              <a:rPr lang="en-US" dirty="0"/>
              <a:t>Identify key Agile methods such as Scrum and XP</a:t>
            </a:r>
          </a:p>
        </p:txBody>
      </p:sp>
    </p:spTree>
    <p:extLst>
      <p:ext uri="{BB962C8B-B14F-4D97-AF65-F5344CB8AC3E}">
        <p14:creationId xmlns:p14="http://schemas.microsoft.com/office/powerpoint/2010/main" val="212003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Agile software development is a flexible and adaptive approach used to build software in environments where requirements are not fully known at the beginning.</a:t>
            </a:r>
          </a:p>
          <a:p>
            <a:pPr algn="just"/>
            <a:r>
              <a:rPr lang="en-US" dirty="0"/>
              <a:t>It emerged to overcome the limitations of traditional models that assume stable and predictable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64984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4D6E-7EA8-904D-4E14-AC64DE97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Traditional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33506-F951-6349-C5CE-4396612E6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are fixed</a:t>
            </a:r>
          </a:p>
          <a:p>
            <a:r>
              <a:rPr lang="en-US" dirty="0"/>
              <a:t>Development follows a strict sequence</a:t>
            </a:r>
          </a:p>
          <a:p>
            <a:r>
              <a:rPr lang="en-US" dirty="0"/>
              <a:t>Requirements are unclear at the beginning</a:t>
            </a:r>
          </a:p>
          <a:p>
            <a:r>
              <a:rPr lang="en-US" dirty="0"/>
              <a:t>Changes are costly if introduced late</a:t>
            </a:r>
          </a:p>
        </p:txBody>
      </p:sp>
    </p:spTree>
    <p:extLst>
      <p:ext uri="{BB962C8B-B14F-4D97-AF65-F5344CB8AC3E}">
        <p14:creationId xmlns:p14="http://schemas.microsoft.com/office/powerpoint/2010/main" val="4086593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49ED-DF21-A3BB-84BF-9C7A2957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Agile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CAAD-CE83-8EC9-FD0C-CED765A81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modern software development-</a:t>
            </a:r>
          </a:p>
          <a:p>
            <a:r>
              <a:rPr lang="en-US" dirty="0"/>
              <a:t>Requirements frequently change</a:t>
            </a:r>
          </a:p>
          <a:p>
            <a:r>
              <a:rPr lang="en-US" dirty="0"/>
              <a:t>Market conditions evolve quickly</a:t>
            </a:r>
          </a:p>
          <a:p>
            <a:r>
              <a:rPr lang="en-US" dirty="0"/>
              <a:t>Customer expectations increase</a:t>
            </a:r>
          </a:p>
          <a:p>
            <a:r>
              <a:rPr lang="en-US" dirty="0"/>
              <a:t>Agile helps teams respond effectively to these changes while maintaining productivity and quality.</a:t>
            </a:r>
          </a:p>
        </p:txBody>
      </p:sp>
    </p:spTree>
    <p:extLst>
      <p:ext uri="{BB962C8B-B14F-4D97-AF65-F5344CB8AC3E}">
        <p14:creationId xmlns:p14="http://schemas.microsoft.com/office/powerpoint/2010/main" val="115635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15B8-2794-2306-D3AD-18226687F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D445-8D11-F872-0935-9AD258095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Agile development is characterized by-</a:t>
            </a:r>
          </a:p>
          <a:p>
            <a:r>
              <a:rPr lang="en-US" dirty="0"/>
              <a:t>Iterative development</a:t>
            </a:r>
          </a:p>
          <a:p>
            <a:r>
              <a:rPr lang="en-US" dirty="0"/>
              <a:t>Incremental delivery</a:t>
            </a:r>
          </a:p>
          <a:p>
            <a:r>
              <a:rPr lang="en-US" dirty="0"/>
              <a:t>Continuous feedback</a:t>
            </a:r>
          </a:p>
          <a:p>
            <a:r>
              <a:rPr lang="en-US" dirty="0"/>
              <a:t>Strong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46570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2AC6-4D6C-E397-716E-9B11E67E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Principles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82C42-AB94-9B7C-A22D-4C5CFF849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752600"/>
            <a:ext cx="564832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16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86EF-87C1-EA73-B692-0EB46BED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Process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59168-EE4B-13E1-EB96-BAD69E592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Agile still follows basic software engineering activities</a:t>
            </a:r>
          </a:p>
          <a:p>
            <a:r>
              <a:rPr lang="en-US" dirty="0"/>
              <a:t>Communication</a:t>
            </a:r>
          </a:p>
          <a:p>
            <a:r>
              <a:rPr lang="en-US" dirty="0"/>
              <a:t>Planning</a:t>
            </a:r>
          </a:p>
          <a:p>
            <a:r>
              <a:rPr lang="en-US" dirty="0"/>
              <a:t>Modeling</a:t>
            </a:r>
          </a:p>
          <a:p>
            <a:r>
              <a:rPr lang="en-US" dirty="0"/>
              <a:t>Construction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However, these activities are lightweight and iterative.</a:t>
            </a:r>
          </a:p>
        </p:txBody>
      </p:sp>
    </p:spTree>
    <p:extLst>
      <p:ext uri="{BB962C8B-B14F-4D97-AF65-F5344CB8AC3E}">
        <p14:creationId xmlns:p14="http://schemas.microsoft.com/office/powerpoint/2010/main" val="47213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E4A5-86DF-25B1-84FD-898C9E97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26C66-B5FF-FDCA-617E-035DA860C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delivery of usable software</a:t>
            </a:r>
          </a:p>
          <a:p>
            <a:r>
              <a:rPr lang="en-US" dirty="0"/>
              <a:t>Improved customer satisfaction</a:t>
            </a:r>
          </a:p>
          <a:p>
            <a:r>
              <a:rPr lang="en-US" dirty="0"/>
              <a:t>Better handling of changes</a:t>
            </a:r>
          </a:p>
          <a:p>
            <a:r>
              <a:rPr lang="en-US" dirty="0"/>
              <a:t>Continuous improvement through feedback</a:t>
            </a:r>
          </a:p>
        </p:txBody>
      </p:sp>
    </p:spTree>
    <p:extLst>
      <p:ext uri="{BB962C8B-B14F-4D97-AF65-F5344CB8AC3E}">
        <p14:creationId xmlns:p14="http://schemas.microsoft.com/office/powerpoint/2010/main" val="1957640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4E5A2-9C15-3EDE-04D8-038BDBBF0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5AD99-12E9-816D-0948-B99ED09A5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active customer involvement</a:t>
            </a:r>
          </a:p>
          <a:p>
            <a:r>
              <a:rPr lang="en-US" dirty="0"/>
              <a:t>Less emphasis on documentation</a:t>
            </a:r>
          </a:p>
          <a:p>
            <a:r>
              <a:rPr lang="en-US" dirty="0"/>
              <a:t>Difficult to scale for large systems</a:t>
            </a:r>
          </a:p>
          <a:p>
            <a:r>
              <a:rPr lang="en-US" dirty="0"/>
              <a:t>Needs experienced and collaborative teams</a:t>
            </a:r>
          </a:p>
        </p:txBody>
      </p:sp>
    </p:spTree>
    <p:extLst>
      <p:ext uri="{BB962C8B-B14F-4D97-AF65-F5344CB8AC3E}">
        <p14:creationId xmlns:p14="http://schemas.microsoft.com/office/powerpoint/2010/main" val="3009705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9517-B892-0DF4-CEEE-E3F4CD1D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2333A-FD0A-06BF-02D4-C4F4BD44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Common Agile methods include:</a:t>
            </a:r>
          </a:p>
          <a:p>
            <a:r>
              <a:rPr lang="en-US" dirty="0"/>
              <a:t>Scrum</a:t>
            </a:r>
          </a:p>
          <a:p>
            <a:r>
              <a:rPr lang="en-US" dirty="0"/>
              <a:t>Extreme Programming (XP)</a:t>
            </a:r>
          </a:p>
          <a:p>
            <a:r>
              <a:rPr lang="en-US" dirty="0"/>
              <a:t>Adaptive Software Development (ASD)</a:t>
            </a:r>
          </a:p>
          <a:p>
            <a:r>
              <a:rPr lang="en-US" dirty="0"/>
              <a:t>Dynamic Systems Development Method (DSDM)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Each method follows Agile principles but differs in practices.</a:t>
            </a:r>
          </a:p>
        </p:txBody>
      </p:sp>
    </p:spTree>
    <p:extLst>
      <p:ext uri="{BB962C8B-B14F-4D97-AF65-F5344CB8AC3E}">
        <p14:creationId xmlns:p14="http://schemas.microsoft.com/office/powerpoint/2010/main" val="279727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1580-1DD1-D473-57B9-A94C76C8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19EA-7AFF-79FD-DBF7-C4712734B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Scrum is one of the most widely used Agile methods.</a:t>
            </a:r>
          </a:p>
          <a:p>
            <a:r>
              <a:rPr lang="en-US" dirty="0"/>
              <a:t>It organizes work into short cycles called sprints, enabling teams to deliver software quickly and adapt to changes.</a:t>
            </a:r>
          </a:p>
        </p:txBody>
      </p:sp>
    </p:spTree>
    <p:extLst>
      <p:ext uri="{BB962C8B-B14F-4D97-AF65-F5344CB8AC3E}">
        <p14:creationId xmlns:p14="http://schemas.microsoft.com/office/powerpoint/2010/main" val="203235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2E12F-83BC-B092-1AA5-15B2D17ED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5D284-006A-0339-7FED-5B0C378F6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Scrum includes:</a:t>
            </a:r>
          </a:p>
          <a:p>
            <a:r>
              <a:rPr lang="en-US" dirty="0"/>
              <a:t>Product backlog (list of features)</a:t>
            </a:r>
          </a:p>
          <a:p>
            <a:r>
              <a:rPr lang="en-US" dirty="0"/>
              <a:t>Sprint planning</a:t>
            </a:r>
          </a:p>
          <a:p>
            <a:r>
              <a:rPr lang="en-US" dirty="0"/>
              <a:t>Sprint execution</a:t>
            </a:r>
          </a:p>
          <a:p>
            <a:r>
              <a:rPr lang="en-US" dirty="0"/>
              <a:t>Product increment delivery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Each sprint results in a working product increment.</a:t>
            </a:r>
          </a:p>
        </p:txBody>
      </p:sp>
    </p:spTree>
    <p:extLst>
      <p:ext uri="{BB962C8B-B14F-4D97-AF65-F5344CB8AC3E}">
        <p14:creationId xmlns:p14="http://schemas.microsoft.com/office/powerpoint/2010/main" val="351852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9660-AEEF-7DE5-A182-DE802F32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1283-DAEB-81B0-5093-3ACD07133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Scrum defines three main roles-</a:t>
            </a:r>
          </a:p>
          <a:p>
            <a:r>
              <a:rPr lang="en-US" dirty="0"/>
              <a:t>Product Owner (represents customer)</a:t>
            </a:r>
          </a:p>
          <a:p>
            <a:r>
              <a:rPr lang="en-US" dirty="0"/>
              <a:t>Scrum Master (facilitates process)</a:t>
            </a:r>
          </a:p>
          <a:p>
            <a:r>
              <a:rPr lang="en-US" dirty="0"/>
              <a:t>Development Team (builds product)</a:t>
            </a:r>
          </a:p>
        </p:txBody>
      </p:sp>
    </p:spTree>
    <p:extLst>
      <p:ext uri="{BB962C8B-B14F-4D97-AF65-F5344CB8AC3E}">
        <p14:creationId xmlns:p14="http://schemas.microsoft.com/office/powerpoint/2010/main" val="2096086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7ADE9-402E-6A20-88B1-B104D366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Process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D26ABF-F42C-8088-BF34-002693CEE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951609"/>
            <a:ext cx="6583678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98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D541-7E6B-D174-7072-772D1038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65A5B-F04D-03AF-44A9-0060A8D26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sprint is a time-boxed period (usually 2–4 weeks).</a:t>
            </a:r>
          </a:p>
          <a:p>
            <a:r>
              <a:rPr lang="en-US" dirty="0"/>
              <a:t>During a sprint-</a:t>
            </a:r>
          </a:p>
          <a:p>
            <a:pPr lvl="1"/>
            <a:r>
              <a:rPr lang="en-US" dirty="0"/>
              <a:t>Work is fixed</a:t>
            </a:r>
          </a:p>
          <a:p>
            <a:pPr lvl="1"/>
            <a:r>
              <a:rPr lang="en-US" dirty="0"/>
              <a:t>No changes are introduced</a:t>
            </a:r>
          </a:p>
          <a:p>
            <a:pPr lvl="1"/>
            <a:r>
              <a:rPr lang="en-US" dirty="0"/>
              <a:t>A working product is delivered at the 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CB8B75-941F-04F2-E30F-C8DFCDE4A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2514600"/>
            <a:ext cx="45910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41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93A9-A13C-45E4-8CDA-227E7A71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Programming(XP)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24FC3-C55E-4B1A-91F3-2418FBF5C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Extreme Programming (XP) that emphasizes-</a:t>
            </a:r>
          </a:p>
          <a:p>
            <a:r>
              <a:rPr lang="en-US" dirty="0"/>
              <a:t>High-quality code</a:t>
            </a:r>
          </a:p>
          <a:p>
            <a:r>
              <a:rPr lang="en-US" dirty="0"/>
              <a:t>Continuous feedback</a:t>
            </a:r>
          </a:p>
          <a:p>
            <a:r>
              <a:rPr lang="en-US" dirty="0"/>
              <a:t>Close customer involvement</a:t>
            </a:r>
          </a:p>
          <a:p>
            <a:pPr marL="0" indent="0">
              <a:buNone/>
            </a:pPr>
            <a:r>
              <a:rPr lang="en-US" dirty="0"/>
              <a:t>It is one of the most widely used Agile approaches and focuses heavily on engineering practices rather than just management.</a:t>
            </a:r>
          </a:p>
        </p:txBody>
      </p:sp>
    </p:spTree>
    <p:extLst>
      <p:ext uri="{BB962C8B-B14F-4D97-AF65-F5344CB8AC3E}">
        <p14:creationId xmlns:p14="http://schemas.microsoft.com/office/powerpoint/2010/main" val="3683155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E569-0E3C-395A-F15D-96AA4066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“Extreme”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835FA-2DBC-3BC1-751F-DAFD0F90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XP is called “extreme” because it takes good practices and applies them intensively-</a:t>
            </a:r>
          </a:p>
          <a:p>
            <a:r>
              <a:rPr lang="en-US" dirty="0"/>
              <a:t>Testing → Test all the time</a:t>
            </a:r>
          </a:p>
          <a:p>
            <a:r>
              <a:rPr lang="en-US" dirty="0"/>
              <a:t>Code review → Pair programming</a:t>
            </a:r>
          </a:p>
          <a:p>
            <a:r>
              <a:rPr lang="en-US" dirty="0"/>
              <a:t>Design → Keep it simple always</a:t>
            </a:r>
          </a:p>
          <a:p>
            <a:pPr marL="0" indent="0">
              <a:buNone/>
            </a:pPr>
            <a:r>
              <a:rPr lang="en-US" dirty="0"/>
              <a:t>Idea: If a practice is good, do it extremely well and frequently.</a:t>
            </a:r>
          </a:p>
        </p:txBody>
      </p:sp>
    </p:spTree>
    <p:extLst>
      <p:ext uri="{BB962C8B-B14F-4D97-AF65-F5344CB8AC3E}">
        <p14:creationId xmlns:p14="http://schemas.microsoft.com/office/powerpoint/2010/main" val="3029177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2BC7-3116-47EA-B750-4FB00087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XP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6D828-92B9-4992-8C7D-BEE98FEC1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2F943-B6CD-C195-D011-2E182C59B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38400"/>
            <a:ext cx="482358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83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18FD-5CBC-1F8C-0F27-A4139AC2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XP Key Practices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7925B-736C-E579-A7D7-B617B622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1676400"/>
            <a:ext cx="57340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95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6555-3254-4916-70A6-3F40550F2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XP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6E426-5866-D851-1E5C-CAA02F529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High-quality software</a:t>
            </a:r>
          </a:p>
          <a:p>
            <a:r>
              <a:rPr lang="en-US" dirty="0"/>
              <a:t>Early detection of errors</a:t>
            </a:r>
          </a:p>
          <a:p>
            <a:r>
              <a:rPr lang="en-US" dirty="0"/>
              <a:t>Strong teamwork</a:t>
            </a:r>
          </a:p>
          <a:p>
            <a:r>
              <a:rPr lang="en-US" dirty="0"/>
              <a:t>Continuous customer feedback</a:t>
            </a:r>
          </a:p>
        </p:txBody>
      </p:sp>
    </p:spTree>
    <p:extLst>
      <p:ext uri="{BB962C8B-B14F-4D97-AF65-F5344CB8AC3E}">
        <p14:creationId xmlns:p14="http://schemas.microsoft.com/office/powerpoint/2010/main" val="2285529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E61E-2BDB-A862-F826-85D9918E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XP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7B51-6F44-B3F3-4A69-E03E3D87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experienced developers</a:t>
            </a:r>
          </a:p>
          <a:p>
            <a:r>
              <a:rPr lang="en-US" dirty="0"/>
              <a:t>Needs strong customer involvement</a:t>
            </a:r>
          </a:p>
          <a:p>
            <a:r>
              <a:rPr lang="en-US" dirty="0"/>
              <a:t>Not suitable for large distributed teams</a:t>
            </a:r>
          </a:p>
          <a:p>
            <a:r>
              <a:rPr lang="en-US" dirty="0"/>
              <a:t>Less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807106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DBC0E-B6AE-D52D-64D7-22F43D6E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Adaptive Software Development (ASD)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57DD-6963-0192-6155-9C95DFFEF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ASD follows three phases-</a:t>
            </a:r>
          </a:p>
          <a:p>
            <a:r>
              <a:rPr lang="en-US" dirty="0"/>
              <a:t>Speculation (planning)</a:t>
            </a:r>
          </a:p>
          <a:p>
            <a:r>
              <a:rPr lang="en-US" dirty="0"/>
              <a:t>Collaboration (development)</a:t>
            </a:r>
          </a:p>
          <a:p>
            <a:r>
              <a:rPr lang="en-US" dirty="0"/>
              <a:t>Learning (feedback and improvement)</a:t>
            </a:r>
          </a:p>
          <a:p>
            <a:pPr marL="0" indent="0">
              <a:buNone/>
            </a:pPr>
            <a:r>
              <a:rPr lang="en-US" dirty="0"/>
              <a:t>It focuses on teamwork and continuous learning.</a:t>
            </a:r>
          </a:p>
        </p:txBody>
      </p:sp>
    </p:spTree>
    <p:extLst>
      <p:ext uri="{BB962C8B-B14F-4D97-AF65-F5344CB8AC3E}">
        <p14:creationId xmlns:p14="http://schemas.microsoft.com/office/powerpoint/2010/main" val="96151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5EBE-7881-E963-4214-4D9F7111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Systems Development Method (DSDM)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3B41-714D-84E4-AEF5-6EA06EE36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Dynamic Systems Development Method (DSDM) is an Agile framework that focuses on-</a:t>
            </a:r>
          </a:p>
          <a:p>
            <a:r>
              <a:rPr lang="en-US" dirty="0"/>
              <a:t>Delivering systems quickly</a:t>
            </a:r>
          </a:p>
          <a:p>
            <a:r>
              <a:rPr lang="en-US" dirty="0"/>
              <a:t>Using incremental prototyping</a:t>
            </a:r>
          </a:p>
          <a:p>
            <a:r>
              <a:rPr lang="en-US" dirty="0"/>
              <a:t>Working within strict time constraints</a:t>
            </a:r>
          </a:p>
          <a:p>
            <a:pPr marL="0" indent="0">
              <a:buNone/>
            </a:pPr>
            <a:r>
              <a:rPr lang="en-US" dirty="0"/>
              <a:t>It ensures that useful software is delivered even when time is limited.</a:t>
            </a:r>
          </a:p>
        </p:txBody>
      </p:sp>
    </p:spTree>
    <p:extLst>
      <p:ext uri="{BB962C8B-B14F-4D97-AF65-F5344CB8AC3E}">
        <p14:creationId xmlns:p14="http://schemas.microsoft.com/office/powerpoint/2010/main" val="9176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0251-4216-5697-70F9-08BB336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CBB70-8FC6-FCC4-565B-FFB734197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Agile software development is a powerful approach that-</a:t>
            </a:r>
          </a:p>
          <a:p>
            <a:r>
              <a:rPr lang="en-US" dirty="0"/>
              <a:t>Supports change</a:t>
            </a:r>
          </a:p>
          <a:p>
            <a:r>
              <a:rPr lang="en-US" dirty="0"/>
              <a:t>Encourages collaboration</a:t>
            </a:r>
          </a:p>
          <a:p>
            <a:r>
              <a:rPr lang="en-US" dirty="0"/>
              <a:t>Delivers value quickly</a:t>
            </a:r>
          </a:p>
          <a:p>
            <a:pPr marL="0" indent="0">
              <a:buNone/>
            </a:pPr>
            <a:r>
              <a:rPr lang="en-US" dirty="0"/>
              <a:t>It is widely used in modern software engineering to handle uncertainty and complexity.</a:t>
            </a:r>
          </a:p>
        </p:txBody>
      </p:sp>
    </p:spTree>
    <p:extLst>
      <p:ext uri="{BB962C8B-B14F-4D97-AF65-F5344CB8AC3E}">
        <p14:creationId xmlns:p14="http://schemas.microsoft.com/office/powerpoint/2010/main" val="1483222310"/>
      </p:ext>
    </p:extLst>
  </p:cSld>
  <p:clrMapOvr>
    <a:masterClrMapping/>
  </p:clrMapOvr>
</p:sld>
</file>

<file path=ppt/theme/theme1.xml><?xml version="1.0" encoding="utf-8"?>
<a:theme xmlns:a="http://schemas.openxmlformats.org/drawingml/2006/main" name="SLIATE LMS Template Powerpoi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2443</TotalTime>
  <Words>614</Words>
  <Application>Microsoft Office PowerPoint</Application>
  <PresentationFormat>On-screen Show (4:3)</PresentationFormat>
  <Paragraphs>120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SLIATE LMS Template Powerpoint</vt:lpstr>
      <vt:lpstr>HNDIT 4012 Software Engineering</vt:lpstr>
      <vt:lpstr>Topics covered</vt:lpstr>
      <vt:lpstr>Agile Software Development</vt:lpstr>
      <vt:lpstr>Problem with Traditional Models</vt:lpstr>
      <vt:lpstr>Why Agile is Important?</vt:lpstr>
      <vt:lpstr>Key Features of Agile</vt:lpstr>
      <vt:lpstr>Agile Principles</vt:lpstr>
      <vt:lpstr>Agile Process Framework</vt:lpstr>
      <vt:lpstr>Advantages of Agile</vt:lpstr>
      <vt:lpstr>Limitations of Agile</vt:lpstr>
      <vt:lpstr>Agile Methods</vt:lpstr>
      <vt:lpstr>Scrum Overview</vt:lpstr>
      <vt:lpstr>Scrum Process</vt:lpstr>
      <vt:lpstr>Scrum Roles</vt:lpstr>
      <vt:lpstr>Scrum Process Flow</vt:lpstr>
      <vt:lpstr>Sprint Concept</vt:lpstr>
      <vt:lpstr>Extreme Programming(XP)</vt:lpstr>
      <vt:lpstr>Why “Extreme” Programming?</vt:lpstr>
      <vt:lpstr>XP Process</vt:lpstr>
      <vt:lpstr>XP Key Practices</vt:lpstr>
      <vt:lpstr>Advantages of XP</vt:lpstr>
      <vt:lpstr>Limitations of XP</vt:lpstr>
      <vt:lpstr>Adaptive Software Development (ASD)</vt:lpstr>
      <vt:lpstr>Dynamic Systems Development Method (DSDM)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 2312-Principles of Software Engineering</dc:title>
  <dc:creator>Windows User</dc:creator>
  <cp:lastModifiedBy>Gayan Sudharshana</cp:lastModifiedBy>
  <cp:revision>21</cp:revision>
  <dcterms:created xsi:type="dcterms:W3CDTF">2018-06-02T18:39:01Z</dcterms:created>
  <dcterms:modified xsi:type="dcterms:W3CDTF">2026-04-23T11:21:01Z</dcterms:modified>
</cp:coreProperties>
</file>