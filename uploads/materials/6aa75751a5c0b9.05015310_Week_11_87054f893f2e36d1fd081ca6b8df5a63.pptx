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2.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2.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12.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60"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Lst>
  <p:sldSz cy="5143500" cx="9144000"/>
  <p:notesSz cx="6858000" cy="9144000"/>
  <p:embeddedFontLst>
    <p:embeddedFont>
      <p:font typeface="Raleway"/>
      <p:regular r:id="rId18"/>
      <p:bold r:id="rId19"/>
      <p:italic r:id="rId20"/>
      <p:boldItalic r:id="rId21"/>
    </p:embeddedFont>
    <p:embeddedFont>
      <p:font typeface="Nunito"/>
      <p:regular r:id="rId22"/>
      <p:bold r:id="rId23"/>
      <p:italic r:id="rId24"/>
      <p:boldItalic r:id="rId25"/>
    </p:embeddedFont>
    <p:embeddedFont>
      <p:font typeface="Lato"/>
      <p:regular r:id="rId26"/>
      <p:bold r:id="rId27"/>
      <p:italic r:id="rId28"/>
      <p:boldItalic r:id="rId29"/>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font" Target="fonts/Raleway-italic.fntdata"/><Relationship Id="rId22" Type="http://schemas.openxmlformats.org/officeDocument/2006/relationships/font" Target="fonts/Nunito-regular.fntdata"/><Relationship Id="rId21" Type="http://schemas.openxmlformats.org/officeDocument/2006/relationships/font" Target="fonts/Raleway-boldItalic.fntdata"/><Relationship Id="rId24" Type="http://schemas.openxmlformats.org/officeDocument/2006/relationships/font" Target="fonts/Nunito-italic.fntdata"/><Relationship Id="rId23" Type="http://schemas.openxmlformats.org/officeDocument/2006/relationships/font" Target="fonts/Nunito-bold.fntdata"/><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font" Target="fonts/Lato-regular.fntdata"/><Relationship Id="rId25" Type="http://schemas.openxmlformats.org/officeDocument/2006/relationships/font" Target="fonts/Nunito-boldItalic.fntdata"/><Relationship Id="rId28" Type="http://schemas.openxmlformats.org/officeDocument/2006/relationships/font" Target="fonts/Lato-italic.fntdata"/><Relationship Id="rId27" Type="http://schemas.openxmlformats.org/officeDocument/2006/relationships/font" Target="fonts/Lato-bold.fntdata"/><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font" Target="fonts/Lato-boldItalic.fntdata"/><Relationship Id="rId7" Type="http://schemas.openxmlformats.org/officeDocument/2006/relationships/slide" Target="slides/slide2.xml"/><Relationship Id="rId8" Type="http://schemas.openxmlformats.org/officeDocument/2006/relationships/slide" Target="slides/slide3.xml"/><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font" Target="fonts/Raleway-bold.fntdata"/><Relationship Id="rId18" Type="http://schemas.openxmlformats.org/officeDocument/2006/relationships/font" Target="fonts/Raleway-regular.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 name="Shape 88"/>
        <p:cNvGrpSpPr/>
        <p:nvPr/>
      </p:nvGrpSpPr>
      <p:grpSpPr>
        <a:xfrm>
          <a:off x="0" y="0"/>
          <a:ext cx="0" cy="0"/>
          <a:chOff x="0" y="0"/>
          <a:chExt cx="0" cy="0"/>
        </a:xfrm>
      </p:grpSpPr>
      <p:sp>
        <p:nvSpPr>
          <p:cNvPr id="89" name="Google Shape;89;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90" name="Google Shape;90;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 name="Shape 94"/>
        <p:cNvGrpSpPr/>
        <p:nvPr/>
      </p:nvGrpSpPr>
      <p:grpSpPr>
        <a:xfrm>
          <a:off x="0" y="0"/>
          <a:ext cx="0" cy="0"/>
          <a:chOff x="0" y="0"/>
          <a:chExt cx="0" cy="0"/>
        </a:xfrm>
      </p:grpSpPr>
      <p:sp>
        <p:nvSpPr>
          <p:cNvPr id="95" name="Google Shape;95;g26a117d3ff3_0_7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6" name="Google Shape;96;g26a117d3ff3_0_7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 name="Shape 100"/>
        <p:cNvGrpSpPr/>
        <p:nvPr/>
      </p:nvGrpSpPr>
      <p:grpSpPr>
        <a:xfrm>
          <a:off x="0" y="0"/>
          <a:ext cx="0" cy="0"/>
          <a:chOff x="0" y="0"/>
          <a:chExt cx="0" cy="0"/>
        </a:xfrm>
      </p:grpSpPr>
      <p:sp>
        <p:nvSpPr>
          <p:cNvPr id="101" name="Google Shape;101;g27098e4cd8b_0_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2" name="Google Shape;102;g27098e4cd8b_0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 name="Shape 106"/>
        <p:cNvGrpSpPr/>
        <p:nvPr/>
      </p:nvGrpSpPr>
      <p:grpSpPr>
        <a:xfrm>
          <a:off x="0" y="0"/>
          <a:ext cx="0" cy="0"/>
          <a:chOff x="0" y="0"/>
          <a:chExt cx="0" cy="0"/>
        </a:xfrm>
      </p:grpSpPr>
      <p:sp>
        <p:nvSpPr>
          <p:cNvPr id="107" name="Google Shape;107;g27098e4cd8b_0_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8" name="Google Shape;108;g27098e4cd8b_0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314325" lvl="0" marL="685800" rtl="0" algn="l">
              <a:lnSpc>
                <a:spcPct val="158000"/>
              </a:lnSpc>
              <a:spcBef>
                <a:spcPts val="0"/>
              </a:spcBef>
              <a:spcAft>
                <a:spcPts val="0"/>
              </a:spcAft>
              <a:buClr>
                <a:srgbClr val="273239"/>
              </a:buClr>
              <a:buSzPts val="1350"/>
              <a:buFont typeface="Nunito"/>
              <a:buChar char="●"/>
            </a:pPr>
            <a:r>
              <a:rPr b="1" lang="en" sz="1350">
                <a:solidFill>
                  <a:srgbClr val="273239"/>
                </a:solidFill>
                <a:highlight>
                  <a:srgbClr val="FFFFFF"/>
                </a:highlight>
                <a:latin typeface="Nunito"/>
                <a:ea typeface="Nunito"/>
                <a:cs typeface="Nunito"/>
                <a:sym typeface="Nunito"/>
              </a:rPr>
              <a:t>Test Environment Setup:</a:t>
            </a:r>
            <a:r>
              <a:rPr lang="en" sz="1350">
                <a:solidFill>
                  <a:srgbClr val="273239"/>
                </a:solidFill>
                <a:highlight>
                  <a:srgbClr val="FFFFFF"/>
                </a:highlight>
                <a:latin typeface="Nunito"/>
                <a:ea typeface="Nunito"/>
                <a:cs typeface="Nunito"/>
                <a:sym typeface="Nunito"/>
              </a:rPr>
              <a:t> Create testing environment for the better quality testing.</a:t>
            </a:r>
            <a:endParaRPr sz="1350">
              <a:solidFill>
                <a:srgbClr val="273239"/>
              </a:solidFill>
              <a:highlight>
                <a:srgbClr val="FFFFFF"/>
              </a:highlight>
              <a:latin typeface="Nunito"/>
              <a:ea typeface="Nunito"/>
              <a:cs typeface="Nunito"/>
              <a:sym typeface="Nunito"/>
            </a:endParaRPr>
          </a:p>
          <a:p>
            <a:pPr indent="-314325" lvl="0" marL="685800" rtl="0" algn="l">
              <a:lnSpc>
                <a:spcPct val="158000"/>
              </a:lnSpc>
              <a:spcBef>
                <a:spcPts val="0"/>
              </a:spcBef>
              <a:spcAft>
                <a:spcPts val="0"/>
              </a:spcAft>
              <a:buClr>
                <a:srgbClr val="273239"/>
              </a:buClr>
              <a:buSzPts val="1350"/>
              <a:buFont typeface="Nunito"/>
              <a:buChar char="●"/>
            </a:pPr>
            <a:r>
              <a:rPr b="1" lang="en" sz="1350">
                <a:solidFill>
                  <a:srgbClr val="273239"/>
                </a:solidFill>
                <a:highlight>
                  <a:srgbClr val="FFFFFF"/>
                </a:highlight>
                <a:latin typeface="Nunito"/>
                <a:ea typeface="Nunito"/>
                <a:cs typeface="Nunito"/>
                <a:sym typeface="Nunito"/>
              </a:rPr>
              <a:t>Create Test Case:</a:t>
            </a:r>
            <a:r>
              <a:rPr lang="en" sz="1350">
                <a:solidFill>
                  <a:srgbClr val="273239"/>
                </a:solidFill>
                <a:highlight>
                  <a:srgbClr val="FFFFFF"/>
                </a:highlight>
                <a:latin typeface="Nunito"/>
                <a:ea typeface="Nunito"/>
                <a:cs typeface="Nunito"/>
                <a:sym typeface="Nunito"/>
              </a:rPr>
              <a:t> Generate test case for the testing process.</a:t>
            </a:r>
            <a:endParaRPr sz="1350">
              <a:solidFill>
                <a:srgbClr val="273239"/>
              </a:solidFill>
              <a:highlight>
                <a:srgbClr val="FFFFFF"/>
              </a:highlight>
              <a:latin typeface="Nunito"/>
              <a:ea typeface="Nunito"/>
              <a:cs typeface="Nunito"/>
              <a:sym typeface="Nunito"/>
            </a:endParaRPr>
          </a:p>
          <a:p>
            <a:pPr indent="-314325" lvl="0" marL="685800" rtl="0" algn="l">
              <a:lnSpc>
                <a:spcPct val="158000"/>
              </a:lnSpc>
              <a:spcBef>
                <a:spcPts val="0"/>
              </a:spcBef>
              <a:spcAft>
                <a:spcPts val="0"/>
              </a:spcAft>
              <a:buClr>
                <a:srgbClr val="273239"/>
              </a:buClr>
              <a:buSzPts val="1350"/>
              <a:buFont typeface="Nunito"/>
              <a:buChar char="●"/>
            </a:pPr>
            <a:r>
              <a:rPr b="1" lang="en" sz="1350">
                <a:solidFill>
                  <a:srgbClr val="273239"/>
                </a:solidFill>
                <a:highlight>
                  <a:srgbClr val="FFFFFF"/>
                </a:highlight>
                <a:latin typeface="Nunito"/>
                <a:ea typeface="Nunito"/>
                <a:cs typeface="Nunito"/>
                <a:sym typeface="Nunito"/>
              </a:rPr>
              <a:t>Create Test Data:</a:t>
            </a:r>
            <a:r>
              <a:rPr lang="en" sz="1350">
                <a:solidFill>
                  <a:srgbClr val="273239"/>
                </a:solidFill>
                <a:highlight>
                  <a:srgbClr val="FFFFFF"/>
                </a:highlight>
                <a:latin typeface="Nunito"/>
                <a:ea typeface="Nunito"/>
                <a:cs typeface="Nunito"/>
                <a:sym typeface="Nunito"/>
              </a:rPr>
              <a:t> Generate the data that is to be tested.</a:t>
            </a:r>
            <a:endParaRPr sz="1350">
              <a:solidFill>
                <a:srgbClr val="273239"/>
              </a:solidFill>
              <a:highlight>
                <a:srgbClr val="FFFFFF"/>
              </a:highlight>
              <a:latin typeface="Nunito"/>
              <a:ea typeface="Nunito"/>
              <a:cs typeface="Nunito"/>
              <a:sym typeface="Nunito"/>
            </a:endParaRPr>
          </a:p>
          <a:p>
            <a:pPr indent="-314325" lvl="0" marL="685800" rtl="0" algn="l">
              <a:lnSpc>
                <a:spcPct val="158000"/>
              </a:lnSpc>
              <a:spcBef>
                <a:spcPts val="0"/>
              </a:spcBef>
              <a:spcAft>
                <a:spcPts val="0"/>
              </a:spcAft>
              <a:buClr>
                <a:srgbClr val="273239"/>
              </a:buClr>
              <a:buSzPts val="1350"/>
              <a:buFont typeface="Nunito"/>
              <a:buChar char="●"/>
            </a:pPr>
            <a:r>
              <a:rPr b="1" lang="en" sz="1350">
                <a:solidFill>
                  <a:srgbClr val="273239"/>
                </a:solidFill>
                <a:highlight>
                  <a:srgbClr val="FFFFFF"/>
                </a:highlight>
                <a:latin typeface="Nunito"/>
                <a:ea typeface="Nunito"/>
                <a:cs typeface="Nunito"/>
                <a:sym typeface="Nunito"/>
              </a:rPr>
              <a:t>Execute Test Case:</a:t>
            </a:r>
            <a:r>
              <a:rPr lang="en" sz="1350">
                <a:solidFill>
                  <a:srgbClr val="273239"/>
                </a:solidFill>
                <a:highlight>
                  <a:srgbClr val="FFFFFF"/>
                </a:highlight>
                <a:latin typeface="Nunito"/>
                <a:ea typeface="Nunito"/>
                <a:cs typeface="Nunito"/>
                <a:sym typeface="Nunito"/>
              </a:rPr>
              <a:t> After the generation of the test case and the test data, test cases are executed.</a:t>
            </a:r>
            <a:endParaRPr sz="1350">
              <a:solidFill>
                <a:srgbClr val="273239"/>
              </a:solidFill>
              <a:highlight>
                <a:srgbClr val="FFFFFF"/>
              </a:highlight>
              <a:latin typeface="Nunito"/>
              <a:ea typeface="Nunito"/>
              <a:cs typeface="Nunito"/>
              <a:sym typeface="Nunito"/>
            </a:endParaRPr>
          </a:p>
          <a:p>
            <a:pPr indent="-314325" lvl="0" marL="685800" rtl="0" algn="l">
              <a:lnSpc>
                <a:spcPct val="158000"/>
              </a:lnSpc>
              <a:spcBef>
                <a:spcPts val="0"/>
              </a:spcBef>
              <a:spcAft>
                <a:spcPts val="0"/>
              </a:spcAft>
              <a:buClr>
                <a:srgbClr val="273239"/>
              </a:buClr>
              <a:buSzPts val="1350"/>
              <a:buFont typeface="Nunito"/>
              <a:buChar char="●"/>
            </a:pPr>
            <a:r>
              <a:rPr b="1" lang="en" sz="1350">
                <a:solidFill>
                  <a:srgbClr val="273239"/>
                </a:solidFill>
                <a:highlight>
                  <a:srgbClr val="FFFFFF"/>
                </a:highlight>
                <a:latin typeface="Nunito"/>
                <a:ea typeface="Nunito"/>
                <a:cs typeface="Nunito"/>
                <a:sym typeface="Nunito"/>
              </a:rPr>
              <a:t>Defect Reporting:</a:t>
            </a:r>
            <a:r>
              <a:rPr lang="en" sz="1350">
                <a:solidFill>
                  <a:srgbClr val="273239"/>
                </a:solidFill>
                <a:highlight>
                  <a:srgbClr val="FFFFFF"/>
                </a:highlight>
                <a:latin typeface="Nunito"/>
                <a:ea typeface="Nunito"/>
                <a:cs typeface="Nunito"/>
                <a:sym typeface="Nunito"/>
              </a:rPr>
              <a:t> Defects in the system are detected.</a:t>
            </a:r>
            <a:endParaRPr sz="1350">
              <a:solidFill>
                <a:srgbClr val="273239"/>
              </a:solidFill>
              <a:highlight>
                <a:srgbClr val="FFFFFF"/>
              </a:highlight>
              <a:latin typeface="Nunito"/>
              <a:ea typeface="Nunito"/>
              <a:cs typeface="Nunito"/>
              <a:sym typeface="Nunito"/>
            </a:endParaRPr>
          </a:p>
          <a:p>
            <a:pPr indent="-314325" lvl="0" marL="685800" rtl="0" algn="l">
              <a:lnSpc>
                <a:spcPct val="158000"/>
              </a:lnSpc>
              <a:spcBef>
                <a:spcPts val="0"/>
              </a:spcBef>
              <a:spcAft>
                <a:spcPts val="0"/>
              </a:spcAft>
              <a:buClr>
                <a:srgbClr val="273239"/>
              </a:buClr>
              <a:buSzPts val="1350"/>
              <a:buFont typeface="Nunito"/>
              <a:buChar char="●"/>
            </a:pPr>
            <a:r>
              <a:rPr b="1" lang="en" sz="1350">
                <a:solidFill>
                  <a:srgbClr val="273239"/>
                </a:solidFill>
                <a:highlight>
                  <a:srgbClr val="FFFFFF"/>
                </a:highlight>
                <a:latin typeface="Nunito"/>
                <a:ea typeface="Nunito"/>
                <a:cs typeface="Nunito"/>
                <a:sym typeface="Nunito"/>
              </a:rPr>
              <a:t>Regression Testing:</a:t>
            </a:r>
            <a:r>
              <a:rPr lang="en" sz="1350">
                <a:solidFill>
                  <a:srgbClr val="273239"/>
                </a:solidFill>
                <a:highlight>
                  <a:srgbClr val="FFFFFF"/>
                </a:highlight>
                <a:latin typeface="Nunito"/>
                <a:ea typeface="Nunito"/>
                <a:cs typeface="Nunito"/>
                <a:sym typeface="Nunito"/>
              </a:rPr>
              <a:t> It is carried out to test the side effects of the testing process.</a:t>
            </a:r>
            <a:endParaRPr sz="1350">
              <a:solidFill>
                <a:srgbClr val="273239"/>
              </a:solidFill>
              <a:highlight>
                <a:srgbClr val="FFFFFF"/>
              </a:highlight>
              <a:latin typeface="Nunito"/>
              <a:ea typeface="Nunito"/>
              <a:cs typeface="Nunito"/>
              <a:sym typeface="Nunito"/>
            </a:endParaRPr>
          </a:p>
          <a:p>
            <a:pPr indent="-314325" lvl="0" marL="685800" rtl="0" algn="l">
              <a:lnSpc>
                <a:spcPct val="158000"/>
              </a:lnSpc>
              <a:spcBef>
                <a:spcPts val="0"/>
              </a:spcBef>
              <a:spcAft>
                <a:spcPts val="0"/>
              </a:spcAft>
              <a:buClr>
                <a:srgbClr val="273239"/>
              </a:buClr>
              <a:buSzPts val="1350"/>
              <a:buFont typeface="Nunito"/>
              <a:buChar char="●"/>
            </a:pPr>
            <a:r>
              <a:rPr b="1" lang="en" sz="1350">
                <a:solidFill>
                  <a:srgbClr val="273239"/>
                </a:solidFill>
                <a:highlight>
                  <a:srgbClr val="FFFFFF"/>
                </a:highlight>
                <a:latin typeface="Nunito"/>
                <a:ea typeface="Nunito"/>
                <a:cs typeface="Nunito"/>
                <a:sym typeface="Nunito"/>
              </a:rPr>
              <a:t>Log Defects:</a:t>
            </a:r>
            <a:r>
              <a:rPr lang="en" sz="1350">
                <a:solidFill>
                  <a:srgbClr val="273239"/>
                </a:solidFill>
                <a:highlight>
                  <a:srgbClr val="FFFFFF"/>
                </a:highlight>
                <a:latin typeface="Nunito"/>
                <a:ea typeface="Nunito"/>
                <a:cs typeface="Nunito"/>
                <a:sym typeface="Nunito"/>
              </a:rPr>
              <a:t> Defects are fixed in this step.</a:t>
            </a:r>
            <a:endParaRPr sz="1350">
              <a:solidFill>
                <a:srgbClr val="273239"/>
              </a:solidFill>
              <a:highlight>
                <a:srgbClr val="FFFFFF"/>
              </a:highlight>
              <a:latin typeface="Nunito"/>
              <a:ea typeface="Nunito"/>
              <a:cs typeface="Nunito"/>
              <a:sym typeface="Nunito"/>
            </a:endParaRPr>
          </a:p>
          <a:p>
            <a:pPr indent="-314325" lvl="0" marL="685800" rtl="0" algn="l">
              <a:lnSpc>
                <a:spcPct val="158000"/>
              </a:lnSpc>
              <a:spcBef>
                <a:spcPts val="0"/>
              </a:spcBef>
              <a:spcAft>
                <a:spcPts val="0"/>
              </a:spcAft>
              <a:buClr>
                <a:srgbClr val="273239"/>
              </a:buClr>
              <a:buSzPts val="1350"/>
              <a:buFont typeface="Nunito"/>
              <a:buChar char="●"/>
            </a:pPr>
            <a:r>
              <a:rPr b="1" lang="en" sz="1350">
                <a:solidFill>
                  <a:srgbClr val="273239"/>
                </a:solidFill>
                <a:highlight>
                  <a:srgbClr val="FFFFFF"/>
                </a:highlight>
                <a:latin typeface="Nunito"/>
                <a:ea typeface="Nunito"/>
                <a:cs typeface="Nunito"/>
                <a:sym typeface="Nunito"/>
              </a:rPr>
              <a:t>Retest:</a:t>
            </a:r>
            <a:r>
              <a:rPr lang="en" sz="1350">
                <a:solidFill>
                  <a:srgbClr val="273239"/>
                </a:solidFill>
                <a:highlight>
                  <a:srgbClr val="FFFFFF"/>
                </a:highlight>
                <a:latin typeface="Nunito"/>
                <a:ea typeface="Nunito"/>
                <a:cs typeface="Nunito"/>
                <a:sym typeface="Nunito"/>
              </a:rPr>
              <a:t> If the test is not successful then again test is performed.</a:t>
            </a:r>
            <a:endParaRPr sz="1350">
              <a:solidFill>
                <a:srgbClr val="273239"/>
              </a:solidFill>
              <a:highlight>
                <a:srgbClr val="FFFFFF"/>
              </a:highlight>
              <a:latin typeface="Nunito"/>
              <a:ea typeface="Nunito"/>
              <a:cs typeface="Nunito"/>
              <a:sym typeface="Nunito"/>
            </a:endParaRPr>
          </a:p>
          <a:p>
            <a:pPr indent="0" lvl="0" marL="0" rtl="0" algn="l">
              <a:spcBef>
                <a:spcPts val="180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 name="Shape 112"/>
        <p:cNvGrpSpPr/>
        <p:nvPr/>
      </p:nvGrpSpPr>
      <p:grpSpPr>
        <a:xfrm>
          <a:off x="0" y="0"/>
          <a:ext cx="0" cy="0"/>
          <a:chOff x="0" y="0"/>
          <a:chExt cx="0" cy="0"/>
        </a:xfrm>
      </p:grpSpPr>
      <p:sp>
        <p:nvSpPr>
          <p:cNvPr id="113" name="Google Shape;113;g27098e4cd8b_0_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4" name="Google Shape;114;g27098e4cd8b_0_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314325" lvl="0" marL="685800" rtl="0" algn="l">
              <a:lnSpc>
                <a:spcPct val="158000"/>
              </a:lnSpc>
              <a:spcBef>
                <a:spcPts val="0"/>
              </a:spcBef>
              <a:spcAft>
                <a:spcPts val="0"/>
              </a:spcAft>
              <a:buClr>
                <a:srgbClr val="273239"/>
              </a:buClr>
              <a:buSzPts val="1350"/>
              <a:buFont typeface="Nunito"/>
              <a:buChar char="●"/>
            </a:pPr>
            <a:r>
              <a:rPr b="1" lang="en" sz="1350">
                <a:solidFill>
                  <a:srgbClr val="273239"/>
                </a:solidFill>
                <a:highlight>
                  <a:srgbClr val="FFFFFF"/>
                </a:highlight>
                <a:latin typeface="Nunito"/>
                <a:ea typeface="Nunito"/>
                <a:cs typeface="Nunito"/>
                <a:sym typeface="Nunito"/>
              </a:rPr>
              <a:t>Test Environment Setup:</a:t>
            </a:r>
            <a:r>
              <a:rPr lang="en" sz="1350">
                <a:solidFill>
                  <a:srgbClr val="273239"/>
                </a:solidFill>
                <a:highlight>
                  <a:srgbClr val="FFFFFF"/>
                </a:highlight>
                <a:latin typeface="Nunito"/>
                <a:ea typeface="Nunito"/>
                <a:cs typeface="Nunito"/>
                <a:sym typeface="Nunito"/>
              </a:rPr>
              <a:t> Create testing environment for the better quality testing.</a:t>
            </a:r>
            <a:endParaRPr sz="1350">
              <a:solidFill>
                <a:srgbClr val="273239"/>
              </a:solidFill>
              <a:highlight>
                <a:srgbClr val="FFFFFF"/>
              </a:highlight>
              <a:latin typeface="Nunito"/>
              <a:ea typeface="Nunito"/>
              <a:cs typeface="Nunito"/>
              <a:sym typeface="Nunito"/>
            </a:endParaRPr>
          </a:p>
          <a:p>
            <a:pPr indent="-314325" lvl="0" marL="685800" rtl="0" algn="l">
              <a:lnSpc>
                <a:spcPct val="158000"/>
              </a:lnSpc>
              <a:spcBef>
                <a:spcPts val="0"/>
              </a:spcBef>
              <a:spcAft>
                <a:spcPts val="0"/>
              </a:spcAft>
              <a:buClr>
                <a:srgbClr val="273239"/>
              </a:buClr>
              <a:buSzPts val="1350"/>
              <a:buFont typeface="Nunito"/>
              <a:buChar char="●"/>
            </a:pPr>
            <a:r>
              <a:rPr b="1" lang="en" sz="1350">
                <a:solidFill>
                  <a:srgbClr val="273239"/>
                </a:solidFill>
                <a:highlight>
                  <a:srgbClr val="FFFFFF"/>
                </a:highlight>
                <a:latin typeface="Nunito"/>
                <a:ea typeface="Nunito"/>
                <a:cs typeface="Nunito"/>
                <a:sym typeface="Nunito"/>
              </a:rPr>
              <a:t>Create Test Case:</a:t>
            </a:r>
            <a:r>
              <a:rPr lang="en" sz="1350">
                <a:solidFill>
                  <a:srgbClr val="273239"/>
                </a:solidFill>
                <a:highlight>
                  <a:srgbClr val="FFFFFF"/>
                </a:highlight>
                <a:latin typeface="Nunito"/>
                <a:ea typeface="Nunito"/>
                <a:cs typeface="Nunito"/>
                <a:sym typeface="Nunito"/>
              </a:rPr>
              <a:t> Generate test case for the testing process.</a:t>
            </a:r>
            <a:endParaRPr sz="1350">
              <a:solidFill>
                <a:srgbClr val="273239"/>
              </a:solidFill>
              <a:highlight>
                <a:srgbClr val="FFFFFF"/>
              </a:highlight>
              <a:latin typeface="Nunito"/>
              <a:ea typeface="Nunito"/>
              <a:cs typeface="Nunito"/>
              <a:sym typeface="Nunito"/>
            </a:endParaRPr>
          </a:p>
          <a:p>
            <a:pPr indent="-314325" lvl="0" marL="685800" rtl="0" algn="l">
              <a:lnSpc>
                <a:spcPct val="158000"/>
              </a:lnSpc>
              <a:spcBef>
                <a:spcPts val="0"/>
              </a:spcBef>
              <a:spcAft>
                <a:spcPts val="0"/>
              </a:spcAft>
              <a:buClr>
                <a:srgbClr val="273239"/>
              </a:buClr>
              <a:buSzPts val="1350"/>
              <a:buFont typeface="Nunito"/>
              <a:buChar char="●"/>
            </a:pPr>
            <a:r>
              <a:rPr b="1" lang="en" sz="1350">
                <a:solidFill>
                  <a:srgbClr val="273239"/>
                </a:solidFill>
                <a:highlight>
                  <a:srgbClr val="FFFFFF"/>
                </a:highlight>
                <a:latin typeface="Nunito"/>
                <a:ea typeface="Nunito"/>
                <a:cs typeface="Nunito"/>
                <a:sym typeface="Nunito"/>
              </a:rPr>
              <a:t>Create Test Data:</a:t>
            </a:r>
            <a:r>
              <a:rPr lang="en" sz="1350">
                <a:solidFill>
                  <a:srgbClr val="273239"/>
                </a:solidFill>
                <a:highlight>
                  <a:srgbClr val="FFFFFF"/>
                </a:highlight>
                <a:latin typeface="Nunito"/>
                <a:ea typeface="Nunito"/>
                <a:cs typeface="Nunito"/>
                <a:sym typeface="Nunito"/>
              </a:rPr>
              <a:t> Generate the data that is to be tested.</a:t>
            </a:r>
            <a:endParaRPr sz="1350">
              <a:solidFill>
                <a:srgbClr val="273239"/>
              </a:solidFill>
              <a:highlight>
                <a:srgbClr val="FFFFFF"/>
              </a:highlight>
              <a:latin typeface="Nunito"/>
              <a:ea typeface="Nunito"/>
              <a:cs typeface="Nunito"/>
              <a:sym typeface="Nunito"/>
            </a:endParaRPr>
          </a:p>
          <a:p>
            <a:pPr indent="-314325" lvl="0" marL="685800" rtl="0" algn="l">
              <a:lnSpc>
                <a:spcPct val="158000"/>
              </a:lnSpc>
              <a:spcBef>
                <a:spcPts val="0"/>
              </a:spcBef>
              <a:spcAft>
                <a:spcPts val="0"/>
              </a:spcAft>
              <a:buClr>
                <a:srgbClr val="273239"/>
              </a:buClr>
              <a:buSzPts val="1350"/>
              <a:buFont typeface="Nunito"/>
              <a:buChar char="●"/>
            </a:pPr>
            <a:r>
              <a:rPr b="1" lang="en" sz="1350">
                <a:solidFill>
                  <a:srgbClr val="273239"/>
                </a:solidFill>
                <a:highlight>
                  <a:srgbClr val="FFFFFF"/>
                </a:highlight>
                <a:latin typeface="Nunito"/>
                <a:ea typeface="Nunito"/>
                <a:cs typeface="Nunito"/>
                <a:sym typeface="Nunito"/>
              </a:rPr>
              <a:t>Execute Test Case:</a:t>
            </a:r>
            <a:r>
              <a:rPr lang="en" sz="1350">
                <a:solidFill>
                  <a:srgbClr val="273239"/>
                </a:solidFill>
                <a:highlight>
                  <a:srgbClr val="FFFFFF"/>
                </a:highlight>
                <a:latin typeface="Nunito"/>
                <a:ea typeface="Nunito"/>
                <a:cs typeface="Nunito"/>
                <a:sym typeface="Nunito"/>
              </a:rPr>
              <a:t> After the generation of the test case and the test data, test cases are executed.</a:t>
            </a:r>
            <a:endParaRPr sz="1350">
              <a:solidFill>
                <a:srgbClr val="273239"/>
              </a:solidFill>
              <a:highlight>
                <a:srgbClr val="FFFFFF"/>
              </a:highlight>
              <a:latin typeface="Nunito"/>
              <a:ea typeface="Nunito"/>
              <a:cs typeface="Nunito"/>
              <a:sym typeface="Nunito"/>
            </a:endParaRPr>
          </a:p>
          <a:p>
            <a:pPr indent="-314325" lvl="0" marL="685800" rtl="0" algn="l">
              <a:lnSpc>
                <a:spcPct val="158000"/>
              </a:lnSpc>
              <a:spcBef>
                <a:spcPts val="0"/>
              </a:spcBef>
              <a:spcAft>
                <a:spcPts val="0"/>
              </a:spcAft>
              <a:buClr>
                <a:srgbClr val="273239"/>
              </a:buClr>
              <a:buSzPts val="1350"/>
              <a:buFont typeface="Nunito"/>
              <a:buChar char="●"/>
            </a:pPr>
            <a:r>
              <a:rPr b="1" lang="en" sz="1350">
                <a:solidFill>
                  <a:srgbClr val="273239"/>
                </a:solidFill>
                <a:highlight>
                  <a:srgbClr val="FFFFFF"/>
                </a:highlight>
                <a:latin typeface="Nunito"/>
                <a:ea typeface="Nunito"/>
                <a:cs typeface="Nunito"/>
                <a:sym typeface="Nunito"/>
              </a:rPr>
              <a:t>Defect Reporting:</a:t>
            </a:r>
            <a:r>
              <a:rPr lang="en" sz="1350">
                <a:solidFill>
                  <a:srgbClr val="273239"/>
                </a:solidFill>
                <a:highlight>
                  <a:srgbClr val="FFFFFF"/>
                </a:highlight>
                <a:latin typeface="Nunito"/>
                <a:ea typeface="Nunito"/>
                <a:cs typeface="Nunito"/>
                <a:sym typeface="Nunito"/>
              </a:rPr>
              <a:t> Defects in the system are detected.</a:t>
            </a:r>
            <a:endParaRPr sz="1350">
              <a:solidFill>
                <a:srgbClr val="273239"/>
              </a:solidFill>
              <a:highlight>
                <a:srgbClr val="FFFFFF"/>
              </a:highlight>
              <a:latin typeface="Nunito"/>
              <a:ea typeface="Nunito"/>
              <a:cs typeface="Nunito"/>
              <a:sym typeface="Nunito"/>
            </a:endParaRPr>
          </a:p>
          <a:p>
            <a:pPr indent="-314325" lvl="0" marL="685800" rtl="0" algn="l">
              <a:lnSpc>
                <a:spcPct val="158000"/>
              </a:lnSpc>
              <a:spcBef>
                <a:spcPts val="0"/>
              </a:spcBef>
              <a:spcAft>
                <a:spcPts val="0"/>
              </a:spcAft>
              <a:buClr>
                <a:srgbClr val="273239"/>
              </a:buClr>
              <a:buSzPts val="1350"/>
              <a:buFont typeface="Nunito"/>
              <a:buChar char="●"/>
            </a:pPr>
            <a:r>
              <a:rPr b="1" lang="en" sz="1350">
                <a:solidFill>
                  <a:srgbClr val="273239"/>
                </a:solidFill>
                <a:highlight>
                  <a:srgbClr val="FFFFFF"/>
                </a:highlight>
                <a:latin typeface="Nunito"/>
                <a:ea typeface="Nunito"/>
                <a:cs typeface="Nunito"/>
                <a:sym typeface="Nunito"/>
              </a:rPr>
              <a:t>Regression Testing:</a:t>
            </a:r>
            <a:r>
              <a:rPr lang="en" sz="1350">
                <a:solidFill>
                  <a:srgbClr val="273239"/>
                </a:solidFill>
                <a:highlight>
                  <a:srgbClr val="FFFFFF"/>
                </a:highlight>
                <a:latin typeface="Nunito"/>
                <a:ea typeface="Nunito"/>
                <a:cs typeface="Nunito"/>
                <a:sym typeface="Nunito"/>
              </a:rPr>
              <a:t> It is carried out to test the side effects of the testing process.</a:t>
            </a:r>
            <a:endParaRPr sz="1350">
              <a:solidFill>
                <a:srgbClr val="273239"/>
              </a:solidFill>
              <a:highlight>
                <a:srgbClr val="FFFFFF"/>
              </a:highlight>
              <a:latin typeface="Nunito"/>
              <a:ea typeface="Nunito"/>
              <a:cs typeface="Nunito"/>
              <a:sym typeface="Nunito"/>
            </a:endParaRPr>
          </a:p>
          <a:p>
            <a:pPr indent="-314325" lvl="0" marL="685800" rtl="0" algn="l">
              <a:lnSpc>
                <a:spcPct val="158000"/>
              </a:lnSpc>
              <a:spcBef>
                <a:spcPts val="0"/>
              </a:spcBef>
              <a:spcAft>
                <a:spcPts val="0"/>
              </a:spcAft>
              <a:buClr>
                <a:srgbClr val="273239"/>
              </a:buClr>
              <a:buSzPts val="1350"/>
              <a:buFont typeface="Nunito"/>
              <a:buChar char="●"/>
            </a:pPr>
            <a:r>
              <a:rPr b="1" lang="en" sz="1350">
                <a:solidFill>
                  <a:srgbClr val="273239"/>
                </a:solidFill>
                <a:highlight>
                  <a:srgbClr val="FFFFFF"/>
                </a:highlight>
                <a:latin typeface="Nunito"/>
                <a:ea typeface="Nunito"/>
                <a:cs typeface="Nunito"/>
                <a:sym typeface="Nunito"/>
              </a:rPr>
              <a:t>Log Defects:</a:t>
            </a:r>
            <a:r>
              <a:rPr lang="en" sz="1350">
                <a:solidFill>
                  <a:srgbClr val="273239"/>
                </a:solidFill>
                <a:highlight>
                  <a:srgbClr val="FFFFFF"/>
                </a:highlight>
                <a:latin typeface="Nunito"/>
                <a:ea typeface="Nunito"/>
                <a:cs typeface="Nunito"/>
                <a:sym typeface="Nunito"/>
              </a:rPr>
              <a:t> Defects are fixed in this step.</a:t>
            </a:r>
            <a:endParaRPr sz="1350">
              <a:solidFill>
                <a:srgbClr val="273239"/>
              </a:solidFill>
              <a:highlight>
                <a:srgbClr val="FFFFFF"/>
              </a:highlight>
              <a:latin typeface="Nunito"/>
              <a:ea typeface="Nunito"/>
              <a:cs typeface="Nunito"/>
              <a:sym typeface="Nunito"/>
            </a:endParaRPr>
          </a:p>
          <a:p>
            <a:pPr indent="-314325" lvl="0" marL="685800" rtl="0" algn="l">
              <a:lnSpc>
                <a:spcPct val="158000"/>
              </a:lnSpc>
              <a:spcBef>
                <a:spcPts val="0"/>
              </a:spcBef>
              <a:spcAft>
                <a:spcPts val="0"/>
              </a:spcAft>
              <a:buClr>
                <a:srgbClr val="273239"/>
              </a:buClr>
              <a:buSzPts val="1350"/>
              <a:buFont typeface="Nunito"/>
              <a:buChar char="●"/>
            </a:pPr>
            <a:r>
              <a:rPr b="1" lang="en" sz="1350">
                <a:solidFill>
                  <a:srgbClr val="273239"/>
                </a:solidFill>
                <a:highlight>
                  <a:srgbClr val="FFFFFF"/>
                </a:highlight>
                <a:latin typeface="Nunito"/>
                <a:ea typeface="Nunito"/>
                <a:cs typeface="Nunito"/>
                <a:sym typeface="Nunito"/>
              </a:rPr>
              <a:t>Retest:</a:t>
            </a:r>
            <a:r>
              <a:rPr lang="en" sz="1350">
                <a:solidFill>
                  <a:srgbClr val="273239"/>
                </a:solidFill>
                <a:highlight>
                  <a:srgbClr val="FFFFFF"/>
                </a:highlight>
                <a:latin typeface="Nunito"/>
                <a:ea typeface="Nunito"/>
                <a:cs typeface="Nunito"/>
                <a:sym typeface="Nunito"/>
              </a:rPr>
              <a:t> If the test is not successful then again test is performed.</a:t>
            </a:r>
            <a:endParaRPr sz="1350">
              <a:solidFill>
                <a:srgbClr val="273239"/>
              </a:solidFill>
              <a:highlight>
                <a:srgbClr val="FFFFFF"/>
              </a:highlight>
              <a:latin typeface="Nunito"/>
              <a:ea typeface="Nunito"/>
              <a:cs typeface="Nunito"/>
              <a:sym typeface="Nunito"/>
            </a:endParaRPr>
          </a:p>
          <a:p>
            <a:pPr indent="0" lvl="0" marL="0" rtl="0" algn="l">
              <a:spcBef>
                <a:spcPts val="180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 name="Shape 118"/>
        <p:cNvGrpSpPr/>
        <p:nvPr/>
      </p:nvGrpSpPr>
      <p:grpSpPr>
        <a:xfrm>
          <a:off x="0" y="0"/>
          <a:ext cx="0" cy="0"/>
          <a:chOff x="0" y="0"/>
          <a:chExt cx="0" cy="0"/>
        </a:xfrm>
      </p:grpSpPr>
      <p:sp>
        <p:nvSpPr>
          <p:cNvPr id="119" name="Google Shape;119;g27098e4cd8b_0_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0" name="Google Shape;120;g27098e4cd8b_0_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 sz="1800">
                <a:solidFill>
                  <a:srgbClr val="595959"/>
                </a:solidFill>
                <a:latin typeface="Lato"/>
                <a:ea typeface="Lato"/>
                <a:cs typeface="Lato"/>
                <a:sym typeface="Lato"/>
              </a:rPr>
              <a:t>Regression Testing</a:t>
            </a:r>
            <a:endParaRPr sz="1800">
              <a:solidFill>
                <a:srgbClr val="595959"/>
              </a:solidFill>
              <a:latin typeface="Lato"/>
              <a:ea typeface="Lato"/>
              <a:cs typeface="Lato"/>
              <a:sym typeface="Lato"/>
            </a:endParaRPr>
          </a:p>
          <a:p>
            <a:pPr indent="0" lvl="0" marL="0" rtl="0" algn="l">
              <a:lnSpc>
                <a:spcPct val="115000"/>
              </a:lnSpc>
              <a:spcBef>
                <a:spcPts val="1200"/>
              </a:spcBef>
              <a:spcAft>
                <a:spcPts val="0"/>
              </a:spcAft>
              <a:buNone/>
            </a:pPr>
            <a:r>
              <a:t/>
            </a:r>
            <a:endParaRPr sz="1800">
              <a:solidFill>
                <a:srgbClr val="595959"/>
              </a:solidFill>
              <a:latin typeface="Lato"/>
              <a:ea typeface="Lato"/>
              <a:cs typeface="Lato"/>
              <a:sym typeface="Lato"/>
            </a:endParaRPr>
          </a:p>
          <a:p>
            <a:pPr indent="0" lvl="0" marL="0" rtl="0" algn="l">
              <a:lnSpc>
                <a:spcPct val="115000"/>
              </a:lnSpc>
              <a:spcBef>
                <a:spcPts val="1200"/>
              </a:spcBef>
              <a:spcAft>
                <a:spcPts val="0"/>
              </a:spcAft>
              <a:buNone/>
            </a:pPr>
            <a:r>
              <a:rPr lang="en" sz="1800">
                <a:solidFill>
                  <a:srgbClr val="595959"/>
                </a:solidFill>
                <a:latin typeface="Lato"/>
                <a:ea typeface="Lato"/>
                <a:cs typeface="Lato"/>
                <a:sym typeface="Lato"/>
              </a:rPr>
              <a:t>Regression testing is performed under system testing to confirm and identify that if there's any defect in the system due to modification in any other part of the system. It makes sure, any changes done during the development process have not introduced a new defect and also gives assurance; old defects will not exist on the addition of new software over the time.</a:t>
            </a:r>
            <a:endParaRPr sz="1800">
              <a:solidFill>
                <a:srgbClr val="595959"/>
              </a:solidFill>
              <a:latin typeface="Lato"/>
              <a:ea typeface="Lato"/>
              <a:cs typeface="Lato"/>
              <a:sym typeface="Lato"/>
            </a:endParaRPr>
          </a:p>
          <a:p>
            <a:pPr indent="0" lvl="0" marL="0" rtl="0" algn="l">
              <a:lnSpc>
                <a:spcPct val="115000"/>
              </a:lnSpc>
              <a:spcBef>
                <a:spcPts val="1200"/>
              </a:spcBef>
              <a:spcAft>
                <a:spcPts val="0"/>
              </a:spcAft>
              <a:buNone/>
            </a:pPr>
            <a:r>
              <a:t/>
            </a:r>
            <a:endParaRPr sz="1800">
              <a:solidFill>
                <a:srgbClr val="595959"/>
              </a:solidFill>
              <a:latin typeface="Lato"/>
              <a:ea typeface="Lato"/>
              <a:cs typeface="Lato"/>
              <a:sym typeface="Lato"/>
            </a:endParaRPr>
          </a:p>
          <a:p>
            <a:pPr indent="0" lvl="0" marL="0" rtl="0" algn="l">
              <a:lnSpc>
                <a:spcPct val="115000"/>
              </a:lnSpc>
              <a:spcBef>
                <a:spcPts val="1200"/>
              </a:spcBef>
              <a:spcAft>
                <a:spcPts val="0"/>
              </a:spcAft>
              <a:buNone/>
            </a:pPr>
            <a:r>
              <a:t/>
            </a:r>
            <a:endParaRPr sz="1800">
              <a:solidFill>
                <a:srgbClr val="595959"/>
              </a:solidFill>
              <a:latin typeface="Lato"/>
              <a:ea typeface="Lato"/>
              <a:cs typeface="Lato"/>
              <a:sym typeface="Lato"/>
            </a:endParaRPr>
          </a:p>
          <a:p>
            <a:pPr indent="0" lvl="0" marL="0" rtl="0" algn="l">
              <a:lnSpc>
                <a:spcPct val="115000"/>
              </a:lnSpc>
              <a:spcBef>
                <a:spcPts val="1200"/>
              </a:spcBef>
              <a:spcAft>
                <a:spcPts val="0"/>
              </a:spcAft>
              <a:buNone/>
            </a:pPr>
            <a:r>
              <a:rPr lang="en" sz="1800">
                <a:solidFill>
                  <a:srgbClr val="595959"/>
                </a:solidFill>
                <a:latin typeface="Lato"/>
                <a:ea typeface="Lato"/>
                <a:cs typeface="Lato"/>
                <a:sym typeface="Lato"/>
              </a:rPr>
              <a:t>Load Testing</a:t>
            </a:r>
            <a:endParaRPr sz="1800">
              <a:solidFill>
                <a:srgbClr val="595959"/>
              </a:solidFill>
              <a:latin typeface="Lato"/>
              <a:ea typeface="Lato"/>
              <a:cs typeface="Lato"/>
              <a:sym typeface="Lato"/>
            </a:endParaRPr>
          </a:p>
          <a:p>
            <a:pPr indent="0" lvl="0" marL="0" rtl="0" algn="l">
              <a:lnSpc>
                <a:spcPct val="115000"/>
              </a:lnSpc>
              <a:spcBef>
                <a:spcPts val="1200"/>
              </a:spcBef>
              <a:spcAft>
                <a:spcPts val="0"/>
              </a:spcAft>
              <a:buNone/>
            </a:pPr>
            <a:r>
              <a:rPr lang="en" sz="1800">
                <a:solidFill>
                  <a:srgbClr val="595959"/>
                </a:solidFill>
                <a:latin typeface="Lato"/>
                <a:ea typeface="Lato"/>
                <a:cs typeface="Lato"/>
                <a:sym typeface="Lato"/>
              </a:rPr>
              <a:t>Load testing is performed under system testing to clarify whether the system can work under real-time loads or not.</a:t>
            </a:r>
            <a:endParaRPr sz="1800">
              <a:solidFill>
                <a:srgbClr val="595959"/>
              </a:solidFill>
              <a:latin typeface="Lato"/>
              <a:ea typeface="Lato"/>
              <a:cs typeface="Lato"/>
              <a:sym typeface="Lato"/>
            </a:endParaRPr>
          </a:p>
          <a:p>
            <a:pPr indent="0" lvl="0" marL="0" rtl="0" algn="l">
              <a:lnSpc>
                <a:spcPct val="115000"/>
              </a:lnSpc>
              <a:spcBef>
                <a:spcPts val="1200"/>
              </a:spcBef>
              <a:spcAft>
                <a:spcPts val="0"/>
              </a:spcAft>
              <a:buNone/>
            </a:pPr>
            <a:r>
              <a:t/>
            </a:r>
            <a:endParaRPr sz="1800">
              <a:solidFill>
                <a:srgbClr val="595959"/>
              </a:solidFill>
              <a:latin typeface="Lato"/>
              <a:ea typeface="Lato"/>
              <a:cs typeface="Lato"/>
              <a:sym typeface="Lato"/>
            </a:endParaRPr>
          </a:p>
          <a:p>
            <a:pPr indent="0" lvl="0" marL="0" rtl="0" algn="l">
              <a:lnSpc>
                <a:spcPct val="115000"/>
              </a:lnSpc>
              <a:spcBef>
                <a:spcPts val="1200"/>
              </a:spcBef>
              <a:spcAft>
                <a:spcPts val="0"/>
              </a:spcAft>
              <a:buNone/>
            </a:pPr>
            <a:r>
              <a:rPr lang="en" sz="1800">
                <a:solidFill>
                  <a:srgbClr val="595959"/>
                </a:solidFill>
                <a:latin typeface="Lato"/>
                <a:ea typeface="Lato"/>
                <a:cs typeface="Lato"/>
                <a:sym typeface="Lato"/>
              </a:rPr>
              <a:t>Functional Testing</a:t>
            </a:r>
            <a:endParaRPr sz="1800">
              <a:solidFill>
                <a:srgbClr val="595959"/>
              </a:solidFill>
              <a:latin typeface="Lato"/>
              <a:ea typeface="Lato"/>
              <a:cs typeface="Lato"/>
              <a:sym typeface="Lato"/>
            </a:endParaRPr>
          </a:p>
          <a:p>
            <a:pPr indent="0" lvl="0" marL="0" rtl="0" algn="l">
              <a:lnSpc>
                <a:spcPct val="115000"/>
              </a:lnSpc>
              <a:spcBef>
                <a:spcPts val="1200"/>
              </a:spcBef>
              <a:spcAft>
                <a:spcPts val="0"/>
              </a:spcAft>
              <a:buNone/>
            </a:pPr>
            <a:r>
              <a:rPr lang="en" sz="1800">
                <a:solidFill>
                  <a:srgbClr val="595959"/>
                </a:solidFill>
                <a:latin typeface="Lato"/>
                <a:ea typeface="Lato"/>
                <a:cs typeface="Lato"/>
                <a:sym typeface="Lato"/>
              </a:rPr>
              <a:t>Functional testing of a system is performed to find if there's any missing function in the system. Tester makes a list of vital functions that should be in the system and can be added during functional testing and should improve quality of the system.</a:t>
            </a:r>
            <a:endParaRPr sz="1800">
              <a:solidFill>
                <a:srgbClr val="595959"/>
              </a:solidFill>
              <a:latin typeface="Lato"/>
              <a:ea typeface="Lato"/>
              <a:cs typeface="Lato"/>
              <a:sym typeface="Lato"/>
            </a:endParaRPr>
          </a:p>
          <a:p>
            <a:pPr indent="0" lvl="0" marL="0" rtl="0" algn="l">
              <a:lnSpc>
                <a:spcPct val="115000"/>
              </a:lnSpc>
              <a:spcBef>
                <a:spcPts val="1200"/>
              </a:spcBef>
              <a:spcAft>
                <a:spcPts val="0"/>
              </a:spcAft>
              <a:buNone/>
            </a:pPr>
            <a:r>
              <a:t/>
            </a:r>
            <a:endParaRPr sz="1800">
              <a:solidFill>
                <a:srgbClr val="595959"/>
              </a:solidFill>
              <a:latin typeface="Lato"/>
              <a:ea typeface="Lato"/>
              <a:cs typeface="Lato"/>
              <a:sym typeface="Lato"/>
            </a:endParaRPr>
          </a:p>
          <a:p>
            <a:pPr indent="0" lvl="0" marL="0" rtl="0" algn="l">
              <a:lnSpc>
                <a:spcPct val="115000"/>
              </a:lnSpc>
              <a:spcBef>
                <a:spcPts val="1200"/>
              </a:spcBef>
              <a:spcAft>
                <a:spcPts val="0"/>
              </a:spcAft>
              <a:buNone/>
            </a:pPr>
            <a:r>
              <a:rPr lang="en" sz="1800">
                <a:solidFill>
                  <a:srgbClr val="595959"/>
                </a:solidFill>
                <a:latin typeface="Lato"/>
                <a:ea typeface="Lato"/>
                <a:cs typeface="Lato"/>
                <a:sym typeface="Lato"/>
              </a:rPr>
              <a:t>Recovery Testing</a:t>
            </a:r>
            <a:endParaRPr sz="1800">
              <a:solidFill>
                <a:srgbClr val="595959"/>
              </a:solidFill>
              <a:latin typeface="Lato"/>
              <a:ea typeface="Lato"/>
              <a:cs typeface="Lato"/>
              <a:sym typeface="Lato"/>
            </a:endParaRPr>
          </a:p>
          <a:p>
            <a:pPr indent="0" lvl="0" marL="0" rtl="0" algn="l">
              <a:lnSpc>
                <a:spcPct val="115000"/>
              </a:lnSpc>
              <a:spcBef>
                <a:spcPts val="1200"/>
              </a:spcBef>
              <a:spcAft>
                <a:spcPts val="0"/>
              </a:spcAft>
              <a:buNone/>
            </a:pPr>
            <a:r>
              <a:rPr lang="en" sz="1800">
                <a:solidFill>
                  <a:srgbClr val="595959"/>
                </a:solidFill>
                <a:latin typeface="Lato"/>
                <a:ea typeface="Lato"/>
                <a:cs typeface="Lato"/>
                <a:sym typeface="Lato"/>
              </a:rPr>
              <a:t>Recovery testing of a system is performed under system testing to confirm reliability, trustworthiness, accountability of the system and all are lying on recouping skills of the system. It should be able to recover from all the possible system crashes successfully.</a:t>
            </a:r>
            <a:endParaRPr sz="1800">
              <a:solidFill>
                <a:srgbClr val="595959"/>
              </a:solidFill>
              <a:latin typeface="Lato"/>
              <a:ea typeface="Lato"/>
              <a:cs typeface="Lato"/>
              <a:sym typeface="Lato"/>
            </a:endParaRPr>
          </a:p>
          <a:p>
            <a:pPr indent="0" lvl="0" marL="0" rtl="0" algn="l">
              <a:lnSpc>
                <a:spcPct val="115000"/>
              </a:lnSpc>
              <a:spcBef>
                <a:spcPts val="1200"/>
              </a:spcBef>
              <a:spcAft>
                <a:spcPts val="0"/>
              </a:spcAft>
              <a:buNone/>
            </a:pPr>
            <a:r>
              <a:t/>
            </a:r>
            <a:endParaRPr sz="1800">
              <a:solidFill>
                <a:srgbClr val="595959"/>
              </a:solidFill>
              <a:latin typeface="Lato"/>
              <a:ea typeface="Lato"/>
              <a:cs typeface="Lato"/>
              <a:sym typeface="Lato"/>
            </a:endParaRPr>
          </a:p>
          <a:p>
            <a:pPr indent="0" lvl="0" marL="0" rtl="0" algn="l">
              <a:lnSpc>
                <a:spcPct val="115000"/>
              </a:lnSpc>
              <a:spcBef>
                <a:spcPts val="1200"/>
              </a:spcBef>
              <a:spcAft>
                <a:spcPts val="0"/>
              </a:spcAft>
              <a:buNone/>
            </a:pPr>
            <a:r>
              <a:t/>
            </a:r>
            <a:endParaRPr sz="1800">
              <a:solidFill>
                <a:srgbClr val="595959"/>
              </a:solidFill>
              <a:latin typeface="Lato"/>
              <a:ea typeface="Lato"/>
              <a:cs typeface="Lato"/>
              <a:sym typeface="Lato"/>
            </a:endParaRPr>
          </a:p>
          <a:p>
            <a:pPr indent="0" lvl="0" marL="0" rtl="0" algn="l">
              <a:lnSpc>
                <a:spcPct val="115000"/>
              </a:lnSpc>
              <a:spcBef>
                <a:spcPts val="1200"/>
              </a:spcBef>
              <a:spcAft>
                <a:spcPts val="0"/>
              </a:spcAft>
              <a:buNone/>
            </a:pPr>
            <a:r>
              <a:rPr lang="en" sz="1800">
                <a:solidFill>
                  <a:srgbClr val="595959"/>
                </a:solidFill>
                <a:latin typeface="Lato"/>
                <a:ea typeface="Lato"/>
                <a:cs typeface="Lato"/>
                <a:sym typeface="Lato"/>
              </a:rPr>
              <a:t>Migration Testing</a:t>
            </a:r>
            <a:endParaRPr sz="1800">
              <a:solidFill>
                <a:srgbClr val="595959"/>
              </a:solidFill>
              <a:latin typeface="Lato"/>
              <a:ea typeface="Lato"/>
              <a:cs typeface="Lato"/>
              <a:sym typeface="Lato"/>
            </a:endParaRPr>
          </a:p>
          <a:p>
            <a:pPr indent="0" lvl="0" marL="0" rtl="0" algn="l">
              <a:lnSpc>
                <a:spcPct val="115000"/>
              </a:lnSpc>
              <a:spcBef>
                <a:spcPts val="1200"/>
              </a:spcBef>
              <a:spcAft>
                <a:spcPts val="0"/>
              </a:spcAft>
              <a:buNone/>
            </a:pPr>
            <a:r>
              <a:rPr lang="en" sz="1800">
                <a:solidFill>
                  <a:srgbClr val="595959"/>
                </a:solidFill>
                <a:latin typeface="Lato"/>
                <a:ea typeface="Lato"/>
                <a:cs typeface="Lato"/>
                <a:sym typeface="Lato"/>
              </a:rPr>
              <a:t>Migration testing is performed to ensure that if the system needs to be modified in new infrastructure so it should be modified without any issue.</a:t>
            </a:r>
            <a:endParaRPr sz="1800">
              <a:solidFill>
                <a:srgbClr val="595959"/>
              </a:solidFill>
              <a:latin typeface="Lato"/>
              <a:ea typeface="Lato"/>
              <a:cs typeface="Lato"/>
              <a:sym typeface="Lato"/>
            </a:endParaRPr>
          </a:p>
          <a:p>
            <a:pPr indent="0" lvl="0" marL="0" rtl="0" algn="l">
              <a:lnSpc>
                <a:spcPct val="115000"/>
              </a:lnSpc>
              <a:spcBef>
                <a:spcPts val="1200"/>
              </a:spcBef>
              <a:spcAft>
                <a:spcPts val="0"/>
              </a:spcAft>
              <a:buNone/>
            </a:pPr>
            <a:r>
              <a:t/>
            </a:r>
            <a:endParaRPr sz="1800">
              <a:solidFill>
                <a:srgbClr val="595959"/>
              </a:solidFill>
              <a:latin typeface="Lato"/>
              <a:ea typeface="Lato"/>
              <a:cs typeface="Lato"/>
              <a:sym typeface="Lato"/>
            </a:endParaRPr>
          </a:p>
          <a:p>
            <a:pPr indent="0" lvl="0" marL="0" rtl="0" algn="l">
              <a:lnSpc>
                <a:spcPct val="115000"/>
              </a:lnSpc>
              <a:spcBef>
                <a:spcPts val="1200"/>
              </a:spcBef>
              <a:spcAft>
                <a:spcPts val="0"/>
              </a:spcAft>
              <a:buNone/>
            </a:pPr>
            <a:r>
              <a:rPr lang="en" sz="1800">
                <a:solidFill>
                  <a:srgbClr val="595959"/>
                </a:solidFill>
                <a:latin typeface="Lato"/>
                <a:ea typeface="Lato"/>
                <a:cs typeface="Lato"/>
                <a:sym typeface="Lato"/>
              </a:rPr>
              <a:t>Usability Testing</a:t>
            </a:r>
            <a:endParaRPr sz="1800">
              <a:solidFill>
                <a:srgbClr val="595959"/>
              </a:solidFill>
              <a:latin typeface="Lato"/>
              <a:ea typeface="Lato"/>
              <a:cs typeface="Lato"/>
              <a:sym typeface="Lato"/>
            </a:endParaRPr>
          </a:p>
          <a:p>
            <a:pPr indent="0" lvl="0" marL="0" rtl="0" algn="l">
              <a:lnSpc>
                <a:spcPct val="115000"/>
              </a:lnSpc>
              <a:spcBef>
                <a:spcPts val="1200"/>
              </a:spcBef>
              <a:spcAft>
                <a:spcPts val="0"/>
              </a:spcAft>
              <a:buNone/>
            </a:pPr>
            <a:r>
              <a:rPr lang="en" sz="1800">
                <a:solidFill>
                  <a:srgbClr val="595959"/>
                </a:solidFill>
                <a:latin typeface="Lato"/>
                <a:ea typeface="Lato"/>
                <a:cs typeface="Lato"/>
                <a:sym typeface="Lato"/>
              </a:rPr>
              <a:t>The purpose of this testing to make sure that the system is well familiar with the user and it meets its objective for what it supposed to do.</a:t>
            </a:r>
            <a:endParaRPr sz="1800">
              <a:solidFill>
                <a:srgbClr val="595959"/>
              </a:solidFill>
              <a:latin typeface="Lato"/>
              <a:ea typeface="Lato"/>
              <a:cs typeface="Lato"/>
              <a:sym typeface="Lato"/>
            </a:endParaRPr>
          </a:p>
          <a:p>
            <a:pPr indent="0" lvl="0" marL="0" rtl="0" algn="l">
              <a:lnSpc>
                <a:spcPct val="115000"/>
              </a:lnSpc>
              <a:spcBef>
                <a:spcPts val="1200"/>
              </a:spcBef>
              <a:spcAft>
                <a:spcPts val="0"/>
              </a:spcAft>
              <a:buNone/>
            </a:pPr>
            <a:r>
              <a:t/>
            </a:r>
            <a:endParaRPr sz="1800">
              <a:solidFill>
                <a:srgbClr val="595959"/>
              </a:solidFill>
              <a:latin typeface="Lato"/>
              <a:ea typeface="Lato"/>
              <a:cs typeface="Lato"/>
              <a:sym typeface="Lato"/>
            </a:endParaRPr>
          </a:p>
          <a:p>
            <a:pPr indent="0" lvl="0" marL="0" rtl="0" algn="l">
              <a:lnSpc>
                <a:spcPct val="115000"/>
              </a:lnSpc>
              <a:spcBef>
                <a:spcPts val="1200"/>
              </a:spcBef>
              <a:spcAft>
                <a:spcPts val="0"/>
              </a:spcAft>
              <a:buNone/>
            </a:pPr>
            <a:r>
              <a:t/>
            </a:r>
            <a:endParaRPr sz="1800">
              <a:solidFill>
                <a:srgbClr val="595959"/>
              </a:solidFill>
              <a:latin typeface="Lato"/>
              <a:ea typeface="Lato"/>
              <a:cs typeface="Lato"/>
              <a:sym typeface="Lato"/>
            </a:endParaRPr>
          </a:p>
          <a:p>
            <a:pPr indent="0" lvl="0" marL="0" rtl="0" algn="l">
              <a:lnSpc>
                <a:spcPct val="115000"/>
              </a:lnSpc>
              <a:spcBef>
                <a:spcPts val="1200"/>
              </a:spcBef>
              <a:spcAft>
                <a:spcPts val="0"/>
              </a:spcAft>
              <a:buNone/>
            </a:pPr>
            <a:r>
              <a:rPr lang="en" sz="1800">
                <a:solidFill>
                  <a:srgbClr val="595959"/>
                </a:solidFill>
                <a:latin typeface="Lato"/>
                <a:ea typeface="Lato"/>
                <a:cs typeface="Lato"/>
                <a:sym typeface="Lato"/>
              </a:rPr>
              <a:t>Software and Hardware Testing</a:t>
            </a:r>
            <a:endParaRPr sz="1800">
              <a:solidFill>
                <a:srgbClr val="595959"/>
              </a:solidFill>
              <a:latin typeface="Lato"/>
              <a:ea typeface="Lato"/>
              <a:cs typeface="Lato"/>
              <a:sym typeface="Lato"/>
            </a:endParaRPr>
          </a:p>
          <a:p>
            <a:pPr indent="0" lvl="0" marL="0" rtl="0" algn="l">
              <a:lnSpc>
                <a:spcPct val="115000"/>
              </a:lnSpc>
              <a:spcBef>
                <a:spcPts val="1200"/>
              </a:spcBef>
              <a:spcAft>
                <a:spcPts val="0"/>
              </a:spcAft>
              <a:buNone/>
            </a:pPr>
            <a:r>
              <a:rPr lang="en" sz="1800">
                <a:solidFill>
                  <a:srgbClr val="595959"/>
                </a:solidFill>
                <a:latin typeface="Lato"/>
                <a:ea typeface="Lato"/>
                <a:cs typeface="Lato"/>
                <a:sym typeface="Lato"/>
              </a:rPr>
              <a:t>This testing of the system intends to check hardware and software compatibility. The hardware configuration must be compatible with the software to run it without any issue. Compatibility provides flexibility by providing interactions between hardware and software.</a:t>
            </a:r>
            <a:endParaRPr sz="1800">
              <a:solidFill>
                <a:srgbClr val="595959"/>
              </a:solidFill>
              <a:latin typeface="Lato"/>
              <a:ea typeface="Lato"/>
              <a:cs typeface="Lato"/>
              <a:sym typeface="Lato"/>
            </a:endParaRPr>
          </a:p>
          <a:p>
            <a:pPr indent="0" lvl="0" marL="0" rtl="0" algn="l">
              <a:lnSpc>
                <a:spcPct val="115000"/>
              </a:lnSpc>
              <a:spcBef>
                <a:spcPts val="1200"/>
              </a:spcBef>
              <a:spcAft>
                <a:spcPts val="0"/>
              </a:spcAft>
              <a:buClr>
                <a:schemeClr val="dk1"/>
              </a:buClr>
              <a:buSzPts val="1100"/>
              <a:buFont typeface="Arial"/>
              <a:buNone/>
            </a:pPr>
            <a:r>
              <a:rPr lang="en" sz="1800">
                <a:solidFill>
                  <a:srgbClr val="595959"/>
                </a:solidFill>
                <a:latin typeface="Lato"/>
                <a:ea typeface="Lato"/>
                <a:cs typeface="Lato"/>
                <a:sym typeface="Lato"/>
              </a:rPr>
              <a:t>Performance Testing: Performance Testing is a type of software testing that is carried out to test the speed, scalability, stability and reliability of the software product or application.</a:t>
            </a:r>
            <a:endParaRPr sz="1800">
              <a:solidFill>
                <a:srgbClr val="595959"/>
              </a:solidFill>
              <a:latin typeface="Lato"/>
              <a:ea typeface="Lato"/>
              <a:cs typeface="Lato"/>
              <a:sym typeface="Lato"/>
            </a:endParaRPr>
          </a:p>
          <a:p>
            <a:pPr indent="0" lvl="0" marL="0" rtl="0" algn="l">
              <a:lnSpc>
                <a:spcPct val="115000"/>
              </a:lnSpc>
              <a:spcBef>
                <a:spcPts val="1200"/>
              </a:spcBef>
              <a:spcAft>
                <a:spcPts val="0"/>
              </a:spcAft>
              <a:buClr>
                <a:schemeClr val="dk1"/>
              </a:buClr>
              <a:buSzPts val="1100"/>
              <a:buFont typeface="Arial"/>
              <a:buNone/>
            </a:pPr>
            <a:r>
              <a:rPr lang="en" sz="1800">
                <a:solidFill>
                  <a:srgbClr val="595959"/>
                </a:solidFill>
                <a:latin typeface="Lato"/>
                <a:ea typeface="Lato"/>
                <a:cs typeface="Lato"/>
                <a:sym typeface="Lato"/>
              </a:rPr>
              <a:t>Load Testing: Load Testing is a type of software Testing which is carried out to determine the behavior of a system or software product under extreme load.</a:t>
            </a:r>
            <a:endParaRPr sz="1800">
              <a:solidFill>
                <a:srgbClr val="595959"/>
              </a:solidFill>
              <a:latin typeface="Lato"/>
              <a:ea typeface="Lato"/>
              <a:cs typeface="Lato"/>
              <a:sym typeface="Lato"/>
            </a:endParaRPr>
          </a:p>
          <a:p>
            <a:pPr indent="0" lvl="0" marL="0" rtl="0" algn="l">
              <a:lnSpc>
                <a:spcPct val="115000"/>
              </a:lnSpc>
              <a:spcBef>
                <a:spcPts val="1200"/>
              </a:spcBef>
              <a:spcAft>
                <a:spcPts val="0"/>
              </a:spcAft>
              <a:buClr>
                <a:schemeClr val="dk1"/>
              </a:buClr>
              <a:buSzPts val="1100"/>
              <a:buFont typeface="Arial"/>
              <a:buNone/>
            </a:pPr>
            <a:r>
              <a:rPr lang="en" sz="1800">
                <a:solidFill>
                  <a:srgbClr val="595959"/>
                </a:solidFill>
                <a:latin typeface="Lato"/>
                <a:ea typeface="Lato"/>
                <a:cs typeface="Lato"/>
                <a:sym typeface="Lato"/>
              </a:rPr>
              <a:t>Stress Testing: Stress Testing is a type of software testing performed to check the robustness of the system under the varying loads.</a:t>
            </a:r>
            <a:endParaRPr sz="1800">
              <a:solidFill>
                <a:srgbClr val="595959"/>
              </a:solidFill>
              <a:latin typeface="Lato"/>
              <a:ea typeface="Lato"/>
              <a:cs typeface="Lato"/>
              <a:sym typeface="Lato"/>
            </a:endParaRPr>
          </a:p>
          <a:p>
            <a:pPr indent="0" lvl="0" marL="0" rtl="0" algn="l">
              <a:lnSpc>
                <a:spcPct val="115000"/>
              </a:lnSpc>
              <a:spcBef>
                <a:spcPts val="1200"/>
              </a:spcBef>
              <a:spcAft>
                <a:spcPts val="0"/>
              </a:spcAft>
              <a:buClr>
                <a:schemeClr val="dk1"/>
              </a:buClr>
              <a:buSzPts val="1100"/>
              <a:buFont typeface="Arial"/>
              <a:buNone/>
            </a:pPr>
            <a:r>
              <a:rPr lang="en" sz="1800">
                <a:solidFill>
                  <a:srgbClr val="595959"/>
                </a:solidFill>
                <a:latin typeface="Lato"/>
                <a:ea typeface="Lato"/>
                <a:cs typeface="Lato"/>
                <a:sym typeface="Lato"/>
              </a:rPr>
              <a:t>Scalability Testing: Scalability Testing is a type of software testing which is carried out to check the performance of a software application or system in terms of its capability to scale up or scale down the number of user request load.</a:t>
            </a:r>
            <a:endParaRPr sz="1800">
              <a:solidFill>
                <a:srgbClr val="595959"/>
              </a:solidFill>
              <a:latin typeface="Lato"/>
              <a:ea typeface="Lato"/>
              <a:cs typeface="Lato"/>
              <a:sym typeface="Lato"/>
            </a:endParaRPr>
          </a:p>
          <a:p>
            <a:pPr indent="0" lvl="0" marL="0" rtl="0" algn="l">
              <a:spcBef>
                <a:spcPts val="1200"/>
              </a:spcBef>
              <a:spcAft>
                <a:spcPts val="0"/>
              </a:spcAft>
              <a:buNone/>
            </a:pPr>
            <a:r>
              <a:t/>
            </a:r>
            <a:endParaRPr b="1" sz="1350">
              <a:solidFill>
                <a:srgbClr val="273239"/>
              </a:solidFill>
              <a:highlight>
                <a:srgbClr val="FFFFFF"/>
              </a:highlight>
              <a:latin typeface="Nunito"/>
              <a:ea typeface="Nunito"/>
              <a:cs typeface="Nunito"/>
              <a:sym typeface="Nunito"/>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 name="Shape 124"/>
        <p:cNvGrpSpPr/>
        <p:nvPr/>
      </p:nvGrpSpPr>
      <p:grpSpPr>
        <a:xfrm>
          <a:off x="0" y="0"/>
          <a:ext cx="0" cy="0"/>
          <a:chOff x="0" y="0"/>
          <a:chExt cx="0" cy="0"/>
        </a:xfrm>
      </p:grpSpPr>
      <p:sp>
        <p:nvSpPr>
          <p:cNvPr id="125" name="Google Shape;125;g27098e4cd8b_0_3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6" name="Google Shape;126;g27098e4cd8b_0_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 sz="1800">
                <a:solidFill>
                  <a:srgbClr val="595959"/>
                </a:solidFill>
                <a:latin typeface="Lato"/>
                <a:ea typeface="Lato"/>
                <a:cs typeface="Lato"/>
                <a:sym typeface="Lato"/>
              </a:rPr>
              <a:t>Regression Testing</a:t>
            </a:r>
            <a:endParaRPr sz="1800">
              <a:solidFill>
                <a:srgbClr val="595959"/>
              </a:solidFill>
              <a:latin typeface="Lato"/>
              <a:ea typeface="Lato"/>
              <a:cs typeface="Lato"/>
              <a:sym typeface="Lato"/>
            </a:endParaRPr>
          </a:p>
          <a:p>
            <a:pPr indent="0" lvl="0" marL="0" rtl="0" algn="l">
              <a:lnSpc>
                <a:spcPct val="115000"/>
              </a:lnSpc>
              <a:spcBef>
                <a:spcPts val="1200"/>
              </a:spcBef>
              <a:spcAft>
                <a:spcPts val="0"/>
              </a:spcAft>
              <a:buNone/>
            </a:pPr>
            <a:r>
              <a:t/>
            </a:r>
            <a:endParaRPr sz="1800">
              <a:solidFill>
                <a:srgbClr val="595959"/>
              </a:solidFill>
              <a:latin typeface="Lato"/>
              <a:ea typeface="Lato"/>
              <a:cs typeface="Lato"/>
              <a:sym typeface="Lato"/>
            </a:endParaRPr>
          </a:p>
          <a:p>
            <a:pPr indent="0" lvl="0" marL="0" rtl="0" algn="l">
              <a:lnSpc>
                <a:spcPct val="115000"/>
              </a:lnSpc>
              <a:spcBef>
                <a:spcPts val="1200"/>
              </a:spcBef>
              <a:spcAft>
                <a:spcPts val="0"/>
              </a:spcAft>
              <a:buNone/>
            </a:pPr>
            <a:r>
              <a:rPr lang="en" sz="1800">
                <a:solidFill>
                  <a:srgbClr val="595959"/>
                </a:solidFill>
                <a:latin typeface="Lato"/>
                <a:ea typeface="Lato"/>
                <a:cs typeface="Lato"/>
                <a:sym typeface="Lato"/>
              </a:rPr>
              <a:t>Regression testing is performed under system testing to confirm and identify that if there's any defect in the system due to modification in any other part of the system. It makes sure, any changes done during the development process have not introduced a new defect and also gives assurance; old defects will not exist on the addition of new software over the time.</a:t>
            </a:r>
            <a:endParaRPr sz="1800">
              <a:solidFill>
                <a:srgbClr val="595959"/>
              </a:solidFill>
              <a:latin typeface="Lato"/>
              <a:ea typeface="Lato"/>
              <a:cs typeface="Lato"/>
              <a:sym typeface="Lato"/>
            </a:endParaRPr>
          </a:p>
          <a:p>
            <a:pPr indent="0" lvl="0" marL="0" rtl="0" algn="l">
              <a:lnSpc>
                <a:spcPct val="115000"/>
              </a:lnSpc>
              <a:spcBef>
                <a:spcPts val="1200"/>
              </a:spcBef>
              <a:spcAft>
                <a:spcPts val="0"/>
              </a:spcAft>
              <a:buNone/>
            </a:pPr>
            <a:r>
              <a:t/>
            </a:r>
            <a:endParaRPr sz="1800">
              <a:solidFill>
                <a:srgbClr val="595959"/>
              </a:solidFill>
              <a:latin typeface="Lato"/>
              <a:ea typeface="Lato"/>
              <a:cs typeface="Lato"/>
              <a:sym typeface="Lato"/>
            </a:endParaRPr>
          </a:p>
          <a:p>
            <a:pPr indent="0" lvl="0" marL="0" rtl="0" algn="l">
              <a:lnSpc>
                <a:spcPct val="115000"/>
              </a:lnSpc>
              <a:spcBef>
                <a:spcPts val="1200"/>
              </a:spcBef>
              <a:spcAft>
                <a:spcPts val="0"/>
              </a:spcAft>
              <a:buNone/>
            </a:pPr>
            <a:r>
              <a:t/>
            </a:r>
            <a:endParaRPr sz="1800">
              <a:solidFill>
                <a:srgbClr val="595959"/>
              </a:solidFill>
              <a:latin typeface="Lato"/>
              <a:ea typeface="Lato"/>
              <a:cs typeface="Lato"/>
              <a:sym typeface="Lato"/>
            </a:endParaRPr>
          </a:p>
          <a:p>
            <a:pPr indent="0" lvl="0" marL="0" rtl="0" algn="l">
              <a:lnSpc>
                <a:spcPct val="115000"/>
              </a:lnSpc>
              <a:spcBef>
                <a:spcPts val="1200"/>
              </a:spcBef>
              <a:spcAft>
                <a:spcPts val="0"/>
              </a:spcAft>
              <a:buNone/>
            </a:pPr>
            <a:r>
              <a:rPr lang="en" sz="1800">
                <a:solidFill>
                  <a:srgbClr val="595959"/>
                </a:solidFill>
                <a:latin typeface="Lato"/>
                <a:ea typeface="Lato"/>
                <a:cs typeface="Lato"/>
                <a:sym typeface="Lato"/>
              </a:rPr>
              <a:t>Load Testing</a:t>
            </a:r>
            <a:endParaRPr sz="1800">
              <a:solidFill>
                <a:srgbClr val="595959"/>
              </a:solidFill>
              <a:latin typeface="Lato"/>
              <a:ea typeface="Lato"/>
              <a:cs typeface="Lato"/>
              <a:sym typeface="Lato"/>
            </a:endParaRPr>
          </a:p>
          <a:p>
            <a:pPr indent="0" lvl="0" marL="0" rtl="0" algn="l">
              <a:lnSpc>
                <a:spcPct val="115000"/>
              </a:lnSpc>
              <a:spcBef>
                <a:spcPts val="1200"/>
              </a:spcBef>
              <a:spcAft>
                <a:spcPts val="0"/>
              </a:spcAft>
              <a:buNone/>
            </a:pPr>
            <a:r>
              <a:rPr lang="en" sz="1800">
                <a:solidFill>
                  <a:srgbClr val="595959"/>
                </a:solidFill>
                <a:latin typeface="Lato"/>
                <a:ea typeface="Lato"/>
                <a:cs typeface="Lato"/>
                <a:sym typeface="Lato"/>
              </a:rPr>
              <a:t>Load testing is performed under system testing to clarify whether the system can work under real-time loads or not.</a:t>
            </a:r>
            <a:endParaRPr sz="1800">
              <a:solidFill>
                <a:srgbClr val="595959"/>
              </a:solidFill>
              <a:latin typeface="Lato"/>
              <a:ea typeface="Lato"/>
              <a:cs typeface="Lato"/>
              <a:sym typeface="Lato"/>
            </a:endParaRPr>
          </a:p>
          <a:p>
            <a:pPr indent="0" lvl="0" marL="0" rtl="0" algn="l">
              <a:lnSpc>
                <a:spcPct val="115000"/>
              </a:lnSpc>
              <a:spcBef>
                <a:spcPts val="1200"/>
              </a:spcBef>
              <a:spcAft>
                <a:spcPts val="0"/>
              </a:spcAft>
              <a:buNone/>
            </a:pPr>
            <a:r>
              <a:t/>
            </a:r>
            <a:endParaRPr sz="1800">
              <a:solidFill>
                <a:srgbClr val="595959"/>
              </a:solidFill>
              <a:latin typeface="Lato"/>
              <a:ea typeface="Lato"/>
              <a:cs typeface="Lato"/>
              <a:sym typeface="Lato"/>
            </a:endParaRPr>
          </a:p>
          <a:p>
            <a:pPr indent="0" lvl="0" marL="0" rtl="0" algn="l">
              <a:lnSpc>
                <a:spcPct val="115000"/>
              </a:lnSpc>
              <a:spcBef>
                <a:spcPts val="1200"/>
              </a:spcBef>
              <a:spcAft>
                <a:spcPts val="0"/>
              </a:spcAft>
              <a:buNone/>
            </a:pPr>
            <a:r>
              <a:rPr lang="en" sz="1800">
                <a:solidFill>
                  <a:srgbClr val="595959"/>
                </a:solidFill>
                <a:latin typeface="Lato"/>
                <a:ea typeface="Lato"/>
                <a:cs typeface="Lato"/>
                <a:sym typeface="Lato"/>
              </a:rPr>
              <a:t>Functional Testing</a:t>
            </a:r>
            <a:endParaRPr sz="1800">
              <a:solidFill>
                <a:srgbClr val="595959"/>
              </a:solidFill>
              <a:latin typeface="Lato"/>
              <a:ea typeface="Lato"/>
              <a:cs typeface="Lato"/>
              <a:sym typeface="Lato"/>
            </a:endParaRPr>
          </a:p>
          <a:p>
            <a:pPr indent="0" lvl="0" marL="0" rtl="0" algn="l">
              <a:lnSpc>
                <a:spcPct val="115000"/>
              </a:lnSpc>
              <a:spcBef>
                <a:spcPts val="1200"/>
              </a:spcBef>
              <a:spcAft>
                <a:spcPts val="0"/>
              </a:spcAft>
              <a:buNone/>
            </a:pPr>
            <a:r>
              <a:rPr lang="en" sz="1800">
                <a:solidFill>
                  <a:srgbClr val="595959"/>
                </a:solidFill>
                <a:latin typeface="Lato"/>
                <a:ea typeface="Lato"/>
                <a:cs typeface="Lato"/>
                <a:sym typeface="Lato"/>
              </a:rPr>
              <a:t>Functional testing of a system is performed to find if there's any missing function in the system. Tester makes a list of vital functions that should be in the system and can be added during functional testing and should improve quality of the system.</a:t>
            </a:r>
            <a:endParaRPr sz="1800">
              <a:solidFill>
                <a:srgbClr val="595959"/>
              </a:solidFill>
              <a:latin typeface="Lato"/>
              <a:ea typeface="Lato"/>
              <a:cs typeface="Lato"/>
              <a:sym typeface="Lato"/>
            </a:endParaRPr>
          </a:p>
          <a:p>
            <a:pPr indent="0" lvl="0" marL="0" rtl="0" algn="l">
              <a:lnSpc>
                <a:spcPct val="115000"/>
              </a:lnSpc>
              <a:spcBef>
                <a:spcPts val="1200"/>
              </a:spcBef>
              <a:spcAft>
                <a:spcPts val="0"/>
              </a:spcAft>
              <a:buNone/>
            </a:pPr>
            <a:r>
              <a:t/>
            </a:r>
            <a:endParaRPr sz="1800">
              <a:solidFill>
                <a:srgbClr val="595959"/>
              </a:solidFill>
              <a:latin typeface="Lato"/>
              <a:ea typeface="Lato"/>
              <a:cs typeface="Lato"/>
              <a:sym typeface="Lato"/>
            </a:endParaRPr>
          </a:p>
          <a:p>
            <a:pPr indent="0" lvl="0" marL="0" rtl="0" algn="l">
              <a:lnSpc>
                <a:spcPct val="115000"/>
              </a:lnSpc>
              <a:spcBef>
                <a:spcPts val="1200"/>
              </a:spcBef>
              <a:spcAft>
                <a:spcPts val="0"/>
              </a:spcAft>
              <a:buNone/>
            </a:pPr>
            <a:r>
              <a:rPr lang="en" sz="1800">
                <a:solidFill>
                  <a:srgbClr val="595959"/>
                </a:solidFill>
                <a:latin typeface="Lato"/>
                <a:ea typeface="Lato"/>
                <a:cs typeface="Lato"/>
                <a:sym typeface="Lato"/>
              </a:rPr>
              <a:t>Recovery Testing</a:t>
            </a:r>
            <a:endParaRPr sz="1800">
              <a:solidFill>
                <a:srgbClr val="595959"/>
              </a:solidFill>
              <a:latin typeface="Lato"/>
              <a:ea typeface="Lato"/>
              <a:cs typeface="Lato"/>
              <a:sym typeface="Lato"/>
            </a:endParaRPr>
          </a:p>
          <a:p>
            <a:pPr indent="0" lvl="0" marL="0" rtl="0" algn="l">
              <a:lnSpc>
                <a:spcPct val="115000"/>
              </a:lnSpc>
              <a:spcBef>
                <a:spcPts val="1200"/>
              </a:spcBef>
              <a:spcAft>
                <a:spcPts val="0"/>
              </a:spcAft>
              <a:buNone/>
            </a:pPr>
            <a:r>
              <a:rPr lang="en" sz="1800">
                <a:solidFill>
                  <a:srgbClr val="595959"/>
                </a:solidFill>
                <a:latin typeface="Lato"/>
                <a:ea typeface="Lato"/>
                <a:cs typeface="Lato"/>
                <a:sym typeface="Lato"/>
              </a:rPr>
              <a:t>Recovery testing of a system is performed under system testing to confirm reliability, trustworthiness, accountability of the system and all are lying on recouping skills of the system. It should be able to recover from all the possible system crashes successfully.</a:t>
            </a:r>
            <a:endParaRPr sz="1800">
              <a:solidFill>
                <a:srgbClr val="595959"/>
              </a:solidFill>
              <a:latin typeface="Lato"/>
              <a:ea typeface="Lato"/>
              <a:cs typeface="Lato"/>
              <a:sym typeface="Lato"/>
            </a:endParaRPr>
          </a:p>
          <a:p>
            <a:pPr indent="0" lvl="0" marL="0" rtl="0" algn="l">
              <a:lnSpc>
                <a:spcPct val="115000"/>
              </a:lnSpc>
              <a:spcBef>
                <a:spcPts val="1200"/>
              </a:spcBef>
              <a:spcAft>
                <a:spcPts val="0"/>
              </a:spcAft>
              <a:buNone/>
            </a:pPr>
            <a:r>
              <a:t/>
            </a:r>
            <a:endParaRPr sz="1800">
              <a:solidFill>
                <a:srgbClr val="595959"/>
              </a:solidFill>
              <a:latin typeface="Lato"/>
              <a:ea typeface="Lato"/>
              <a:cs typeface="Lato"/>
              <a:sym typeface="Lato"/>
            </a:endParaRPr>
          </a:p>
          <a:p>
            <a:pPr indent="0" lvl="0" marL="0" rtl="0" algn="l">
              <a:lnSpc>
                <a:spcPct val="115000"/>
              </a:lnSpc>
              <a:spcBef>
                <a:spcPts val="1200"/>
              </a:spcBef>
              <a:spcAft>
                <a:spcPts val="0"/>
              </a:spcAft>
              <a:buNone/>
            </a:pPr>
            <a:r>
              <a:t/>
            </a:r>
            <a:endParaRPr sz="1800">
              <a:solidFill>
                <a:srgbClr val="595959"/>
              </a:solidFill>
              <a:latin typeface="Lato"/>
              <a:ea typeface="Lato"/>
              <a:cs typeface="Lato"/>
              <a:sym typeface="Lato"/>
            </a:endParaRPr>
          </a:p>
          <a:p>
            <a:pPr indent="0" lvl="0" marL="0" rtl="0" algn="l">
              <a:lnSpc>
                <a:spcPct val="115000"/>
              </a:lnSpc>
              <a:spcBef>
                <a:spcPts val="1200"/>
              </a:spcBef>
              <a:spcAft>
                <a:spcPts val="0"/>
              </a:spcAft>
              <a:buNone/>
            </a:pPr>
            <a:r>
              <a:rPr lang="en" sz="1800">
                <a:solidFill>
                  <a:srgbClr val="595959"/>
                </a:solidFill>
                <a:latin typeface="Lato"/>
                <a:ea typeface="Lato"/>
                <a:cs typeface="Lato"/>
                <a:sym typeface="Lato"/>
              </a:rPr>
              <a:t>Migration Testing</a:t>
            </a:r>
            <a:endParaRPr sz="1800">
              <a:solidFill>
                <a:srgbClr val="595959"/>
              </a:solidFill>
              <a:latin typeface="Lato"/>
              <a:ea typeface="Lato"/>
              <a:cs typeface="Lato"/>
              <a:sym typeface="Lato"/>
            </a:endParaRPr>
          </a:p>
          <a:p>
            <a:pPr indent="0" lvl="0" marL="0" rtl="0" algn="l">
              <a:lnSpc>
                <a:spcPct val="115000"/>
              </a:lnSpc>
              <a:spcBef>
                <a:spcPts val="1200"/>
              </a:spcBef>
              <a:spcAft>
                <a:spcPts val="0"/>
              </a:spcAft>
              <a:buNone/>
            </a:pPr>
            <a:r>
              <a:rPr lang="en" sz="1800">
                <a:solidFill>
                  <a:srgbClr val="595959"/>
                </a:solidFill>
                <a:latin typeface="Lato"/>
                <a:ea typeface="Lato"/>
                <a:cs typeface="Lato"/>
                <a:sym typeface="Lato"/>
              </a:rPr>
              <a:t>Migration testing is performed to ensure that if the system needs to be modified in new infrastructure so it should be modified without any issue.</a:t>
            </a:r>
            <a:endParaRPr sz="1800">
              <a:solidFill>
                <a:srgbClr val="595959"/>
              </a:solidFill>
              <a:latin typeface="Lato"/>
              <a:ea typeface="Lato"/>
              <a:cs typeface="Lato"/>
              <a:sym typeface="Lato"/>
            </a:endParaRPr>
          </a:p>
          <a:p>
            <a:pPr indent="0" lvl="0" marL="0" rtl="0" algn="l">
              <a:lnSpc>
                <a:spcPct val="115000"/>
              </a:lnSpc>
              <a:spcBef>
                <a:spcPts val="1200"/>
              </a:spcBef>
              <a:spcAft>
                <a:spcPts val="0"/>
              </a:spcAft>
              <a:buNone/>
            </a:pPr>
            <a:r>
              <a:t/>
            </a:r>
            <a:endParaRPr sz="1800">
              <a:solidFill>
                <a:srgbClr val="595959"/>
              </a:solidFill>
              <a:latin typeface="Lato"/>
              <a:ea typeface="Lato"/>
              <a:cs typeface="Lato"/>
              <a:sym typeface="Lato"/>
            </a:endParaRPr>
          </a:p>
          <a:p>
            <a:pPr indent="0" lvl="0" marL="0" rtl="0" algn="l">
              <a:lnSpc>
                <a:spcPct val="115000"/>
              </a:lnSpc>
              <a:spcBef>
                <a:spcPts val="1200"/>
              </a:spcBef>
              <a:spcAft>
                <a:spcPts val="0"/>
              </a:spcAft>
              <a:buNone/>
            </a:pPr>
            <a:r>
              <a:rPr lang="en" sz="1800">
                <a:solidFill>
                  <a:srgbClr val="595959"/>
                </a:solidFill>
                <a:latin typeface="Lato"/>
                <a:ea typeface="Lato"/>
                <a:cs typeface="Lato"/>
                <a:sym typeface="Lato"/>
              </a:rPr>
              <a:t>Usability Testing</a:t>
            </a:r>
            <a:endParaRPr sz="1800">
              <a:solidFill>
                <a:srgbClr val="595959"/>
              </a:solidFill>
              <a:latin typeface="Lato"/>
              <a:ea typeface="Lato"/>
              <a:cs typeface="Lato"/>
              <a:sym typeface="Lato"/>
            </a:endParaRPr>
          </a:p>
          <a:p>
            <a:pPr indent="0" lvl="0" marL="0" rtl="0" algn="l">
              <a:lnSpc>
                <a:spcPct val="115000"/>
              </a:lnSpc>
              <a:spcBef>
                <a:spcPts val="1200"/>
              </a:spcBef>
              <a:spcAft>
                <a:spcPts val="0"/>
              </a:spcAft>
              <a:buNone/>
            </a:pPr>
            <a:r>
              <a:rPr lang="en" sz="1800">
                <a:solidFill>
                  <a:srgbClr val="595959"/>
                </a:solidFill>
                <a:latin typeface="Lato"/>
                <a:ea typeface="Lato"/>
                <a:cs typeface="Lato"/>
                <a:sym typeface="Lato"/>
              </a:rPr>
              <a:t>The purpose of this testing to make sure that the system is well familiar with the user and it meets its objective for what it supposed to do.</a:t>
            </a:r>
            <a:endParaRPr sz="1800">
              <a:solidFill>
                <a:srgbClr val="595959"/>
              </a:solidFill>
              <a:latin typeface="Lato"/>
              <a:ea typeface="Lato"/>
              <a:cs typeface="Lato"/>
              <a:sym typeface="Lato"/>
            </a:endParaRPr>
          </a:p>
          <a:p>
            <a:pPr indent="0" lvl="0" marL="0" rtl="0" algn="l">
              <a:lnSpc>
                <a:spcPct val="115000"/>
              </a:lnSpc>
              <a:spcBef>
                <a:spcPts val="1200"/>
              </a:spcBef>
              <a:spcAft>
                <a:spcPts val="0"/>
              </a:spcAft>
              <a:buNone/>
            </a:pPr>
            <a:r>
              <a:t/>
            </a:r>
            <a:endParaRPr sz="1800">
              <a:solidFill>
                <a:srgbClr val="595959"/>
              </a:solidFill>
              <a:latin typeface="Lato"/>
              <a:ea typeface="Lato"/>
              <a:cs typeface="Lato"/>
              <a:sym typeface="Lato"/>
            </a:endParaRPr>
          </a:p>
          <a:p>
            <a:pPr indent="0" lvl="0" marL="0" rtl="0" algn="l">
              <a:lnSpc>
                <a:spcPct val="115000"/>
              </a:lnSpc>
              <a:spcBef>
                <a:spcPts val="1200"/>
              </a:spcBef>
              <a:spcAft>
                <a:spcPts val="0"/>
              </a:spcAft>
              <a:buNone/>
            </a:pPr>
            <a:r>
              <a:t/>
            </a:r>
            <a:endParaRPr sz="1800">
              <a:solidFill>
                <a:srgbClr val="595959"/>
              </a:solidFill>
              <a:latin typeface="Lato"/>
              <a:ea typeface="Lato"/>
              <a:cs typeface="Lato"/>
              <a:sym typeface="Lato"/>
            </a:endParaRPr>
          </a:p>
          <a:p>
            <a:pPr indent="0" lvl="0" marL="0" rtl="0" algn="l">
              <a:lnSpc>
                <a:spcPct val="115000"/>
              </a:lnSpc>
              <a:spcBef>
                <a:spcPts val="1200"/>
              </a:spcBef>
              <a:spcAft>
                <a:spcPts val="0"/>
              </a:spcAft>
              <a:buNone/>
            </a:pPr>
            <a:r>
              <a:rPr lang="en" sz="1800">
                <a:solidFill>
                  <a:srgbClr val="595959"/>
                </a:solidFill>
                <a:latin typeface="Lato"/>
                <a:ea typeface="Lato"/>
                <a:cs typeface="Lato"/>
                <a:sym typeface="Lato"/>
              </a:rPr>
              <a:t>Software and Hardware Testing</a:t>
            </a:r>
            <a:endParaRPr sz="1800">
              <a:solidFill>
                <a:srgbClr val="595959"/>
              </a:solidFill>
              <a:latin typeface="Lato"/>
              <a:ea typeface="Lato"/>
              <a:cs typeface="Lato"/>
              <a:sym typeface="Lato"/>
            </a:endParaRPr>
          </a:p>
          <a:p>
            <a:pPr indent="0" lvl="0" marL="0" rtl="0" algn="l">
              <a:lnSpc>
                <a:spcPct val="115000"/>
              </a:lnSpc>
              <a:spcBef>
                <a:spcPts val="1200"/>
              </a:spcBef>
              <a:spcAft>
                <a:spcPts val="0"/>
              </a:spcAft>
              <a:buNone/>
            </a:pPr>
            <a:r>
              <a:rPr lang="en" sz="1800">
                <a:solidFill>
                  <a:srgbClr val="595959"/>
                </a:solidFill>
                <a:latin typeface="Lato"/>
                <a:ea typeface="Lato"/>
                <a:cs typeface="Lato"/>
                <a:sym typeface="Lato"/>
              </a:rPr>
              <a:t>This testing of the system intends to check hardware and software compatibility. The hardware configuration must be compatible with the software to run it without any issue. Compatibility provides flexibility by providing interactions between hardware and software.</a:t>
            </a:r>
            <a:endParaRPr sz="1800">
              <a:solidFill>
                <a:srgbClr val="595959"/>
              </a:solidFill>
              <a:latin typeface="Lato"/>
              <a:ea typeface="Lato"/>
              <a:cs typeface="Lato"/>
              <a:sym typeface="Lato"/>
            </a:endParaRPr>
          </a:p>
          <a:p>
            <a:pPr indent="0" lvl="0" marL="0" rtl="0" algn="l">
              <a:lnSpc>
                <a:spcPct val="115000"/>
              </a:lnSpc>
              <a:spcBef>
                <a:spcPts val="1200"/>
              </a:spcBef>
              <a:spcAft>
                <a:spcPts val="0"/>
              </a:spcAft>
              <a:buNone/>
            </a:pPr>
            <a:r>
              <a:rPr lang="en" sz="1800">
                <a:solidFill>
                  <a:srgbClr val="595959"/>
                </a:solidFill>
                <a:latin typeface="Lato"/>
                <a:ea typeface="Lato"/>
                <a:cs typeface="Lato"/>
                <a:sym typeface="Lato"/>
              </a:rPr>
              <a:t>Performance Testing: Performance Testing is a type of software testing that is carried out to test the speed, scalability, stability and reliability of the software product or application.</a:t>
            </a:r>
            <a:endParaRPr sz="1800">
              <a:solidFill>
                <a:srgbClr val="595959"/>
              </a:solidFill>
              <a:latin typeface="Lato"/>
              <a:ea typeface="Lato"/>
              <a:cs typeface="Lato"/>
              <a:sym typeface="Lato"/>
            </a:endParaRPr>
          </a:p>
          <a:p>
            <a:pPr indent="0" lvl="0" marL="0" rtl="0" algn="l">
              <a:lnSpc>
                <a:spcPct val="115000"/>
              </a:lnSpc>
              <a:spcBef>
                <a:spcPts val="1200"/>
              </a:spcBef>
              <a:spcAft>
                <a:spcPts val="0"/>
              </a:spcAft>
              <a:buNone/>
            </a:pPr>
            <a:r>
              <a:rPr lang="en" sz="1800">
                <a:solidFill>
                  <a:srgbClr val="595959"/>
                </a:solidFill>
                <a:latin typeface="Lato"/>
                <a:ea typeface="Lato"/>
                <a:cs typeface="Lato"/>
                <a:sym typeface="Lato"/>
              </a:rPr>
              <a:t>Load Testing: Load Testing is a type of software Testing which is carried out to determine the behavior of a system or software product under extreme load.</a:t>
            </a:r>
            <a:endParaRPr sz="1800">
              <a:solidFill>
                <a:srgbClr val="595959"/>
              </a:solidFill>
              <a:latin typeface="Lato"/>
              <a:ea typeface="Lato"/>
              <a:cs typeface="Lato"/>
              <a:sym typeface="Lato"/>
            </a:endParaRPr>
          </a:p>
          <a:p>
            <a:pPr indent="0" lvl="0" marL="0" rtl="0" algn="l">
              <a:lnSpc>
                <a:spcPct val="115000"/>
              </a:lnSpc>
              <a:spcBef>
                <a:spcPts val="1200"/>
              </a:spcBef>
              <a:spcAft>
                <a:spcPts val="0"/>
              </a:spcAft>
              <a:buNone/>
            </a:pPr>
            <a:r>
              <a:rPr lang="en" sz="1800">
                <a:solidFill>
                  <a:srgbClr val="595959"/>
                </a:solidFill>
                <a:latin typeface="Lato"/>
                <a:ea typeface="Lato"/>
                <a:cs typeface="Lato"/>
                <a:sym typeface="Lato"/>
              </a:rPr>
              <a:t>Stress Testing: Stress Testing is a type of software testing performed to check the robustness of the system under the varying loads.</a:t>
            </a:r>
            <a:endParaRPr sz="1800">
              <a:solidFill>
                <a:srgbClr val="595959"/>
              </a:solidFill>
              <a:latin typeface="Lato"/>
              <a:ea typeface="Lato"/>
              <a:cs typeface="Lato"/>
              <a:sym typeface="Lato"/>
            </a:endParaRPr>
          </a:p>
          <a:p>
            <a:pPr indent="0" lvl="0" marL="0" rtl="0" algn="l">
              <a:lnSpc>
                <a:spcPct val="115000"/>
              </a:lnSpc>
              <a:spcBef>
                <a:spcPts val="1200"/>
              </a:spcBef>
              <a:spcAft>
                <a:spcPts val="0"/>
              </a:spcAft>
              <a:buNone/>
            </a:pPr>
            <a:r>
              <a:rPr lang="en" sz="1800">
                <a:solidFill>
                  <a:srgbClr val="595959"/>
                </a:solidFill>
                <a:latin typeface="Lato"/>
                <a:ea typeface="Lato"/>
                <a:cs typeface="Lato"/>
                <a:sym typeface="Lato"/>
              </a:rPr>
              <a:t>Scalability Testing: Scalability Testing is a type of software testing which is carried out to check the performance of a software application or system in terms of its capability to scale up or scale down the number of user request load.</a:t>
            </a:r>
            <a:endParaRPr sz="1800">
              <a:solidFill>
                <a:srgbClr val="595959"/>
              </a:solidFill>
              <a:latin typeface="Lato"/>
              <a:ea typeface="Lato"/>
              <a:cs typeface="Lato"/>
              <a:sym typeface="Lato"/>
            </a:endParaRPr>
          </a:p>
          <a:p>
            <a:pPr indent="0" lvl="0" marL="0" rtl="0" algn="l">
              <a:spcBef>
                <a:spcPts val="1200"/>
              </a:spcBef>
              <a:spcAft>
                <a:spcPts val="0"/>
              </a:spcAft>
              <a:buNone/>
            </a:pPr>
            <a:r>
              <a:t/>
            </a:r>
            <a:endParaRPr b="1" sz="1350">
              <a:solidFill>
                <a:srgbClr val="273239"/>
              </a:solidFill>
              <a:highlight>
                <a:srgbClr val="FFFFFF"/>
              </a:highlight>
              <a:latin typeface="Nunito"/>
              <a:ea typeface="Nunito"/>
              <a:cs typeface="Nunito"/>
              <a:sym typeface="Nunito"/>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0" name="Shape 130"/>
        <p:cNvGrpSpPr/>
        <p:nvPr/>
      </p:nvGrpSpPr>
      <p:grpSpPr>
        <a:xfrm>
          <a:off x="0" y="0"/>
          <a:ext cx="0" cy="0"/>
          <a:chOff x="0" y="0"/>
          <a:chExt cx="0" cy="0"/>
        </a:xfrm>
      </p:grpSpPr>
      <p:sp>
        <p:nvSpPr>
          <p:cNvPr id="131" name="Google Shape;131;g27098e4cd8b_0_4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2" name="Google Shape;132;g27098e4cd8b_0_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 sz="1800">
                <a:solidFill>
                  <a:srgbClr val="595959"/>
                </a:solidFill>
                <a:latin typeface="Lato"/>
                <a:ea typeface="Lato"/>
                <a:cs typeface="Lato"/>
                <a:sym typeface="Lato"/>
              </a:rPr>
              <a:t>Regression Testing</a:t>
            </a:r>
            <a:endParaRPr sz="1800">
              <a:solidFill>
                <a:srgbClr val="595959"/>
              </a:solidFill>
              <a:latin typeface="Lato"/>
              <a:ea typeface="Lato"/>
              <a:cs typeface="Lato"/>
              <a:sym typeface="Lato"/>
            </a:endParaRPr>
          </a:p>
          <a:p>
            <a:pPr indent="0" lvl="0" marL="0" rtl="0" algn="l">
              <a:lnSpc>
                <a:spcPct val="115000"/>
              </a:lnSpc>
              <a:spcBef>
                <a:spcPts val="1200"/>
              </a:spcBef>
              <a:spcAft>
                <a:spcPts val="0"/>
              </a:spcAft>
              <a:buNone/>
            </a:pPr>
            <a:r>
              <a:t/>
            </a:r>
            <a:endParaRPr sz="1800">
              <a:solidFill>
                <a:srgbClr val="595959"/>
              </a:solidFill>
              <a:latin typeface="Lato"/>
              <a:ea typeface="Lato"/>
              <a:cs typeface="Lato"/>
              <a:sym typeface="Lato"/>
            </a:endParaRPr>
          </a:p>
          <a:p>
            <a:pPr indent="0" lvl="0" marL="0" rtl="0" algn="l">
              <a:lnSpc>
                <a:spcPct val="115000"/>
              </a:lnSpc>
              <a:spcBef>
                <a:spcPts val="1200"/>
              </a:spcBef>
              <a:spcAft>
                <a:spcPts val="0"/>
              </a:spcAft>
              <a:buNone/>
            </a:pPr>
            <a:r>
              <a:rPr lang="en" sz="1800">
                <a:solidFill>
                  <a:srgbClr val="595959"/>
                </a:solidFill>
                <a:latin typeface="Lato"/>
                <a:ea typeface="Lato"/>
                <a:cs typeface="Lato"/>
                <a:sym typeface="Lato"/>
              </a:rPr>
              <a:t>Regression testing is performed under system testing to confirm and identify that if there's any defect in the system due to modification in any other part of the system. It makes sure, any changes done during the development process have not introduced a new defect and also gives assurance; old defects will not exist on the addition of new software over the time.</a:t>
            </a:r>
            <a:endParaRPr sz="1800">
              <a:solidFill>
                <a:srgbClr val="595959"/>
              </a:solidFill>
              <a:latin typeface="Lato"/>
              <a:ea typeface="Lato"/>
              <a:cs typeface="Lato"/>
              <a:sym typeface="Lato"/>
            </a:endParaRPr>
          </a:p>
          <a:p>
            <a:pPr indent="0" lvl="0" marL="0" rtl="0" algn="l">
              <a:lnSpc>
                <a:spcPct val="115000"/>
              </a:lnSpc>
              <a:spcBef>
                <a:spcPts val="1200"/>
              </a:spcBef>
              <a:spcAft>
                <a:spcPts val="0"/>
              </a:spcAft>
              <a:buNone/>
            </a:pPr>
            <a:r>
              <a:t/>
            </a:r>
            <a:endParaRPr sz="1800">
              <a:solidFill>
                <a:srgbClr val="595959"/>
              </a:solidFill>
              <a:latin typeface="Lato"/>
              <a:ea typeface="Lato"/>
              <a:cs typeface="Lato"/>
              <a:sym typeface="Lato"/>
            </a:endParaRPr>
          </a:p>
          <a:p>
            <a:pPr indent="0" lvl="0" marL="0" rtl="0" algn="l">
              <a:lnSpc>
                <a:spcPct val="115000"/>
              </a:lnSpc>
              <a:spcBef>
                <a:spcPts val="1200"/>
              </a:spcBef>
              <a:spcAft>
                <a:spcPts val="0"/>
              </a:spcAft>
              <a:buNone/>
            </a:pPr>
            <a:r>
              <a:t/>
            </a:r>
            <a:endParaRPr sz="1800">
              <a:solidFill>
                <a:srgbClr val="595959"/>
              </a:solidFill>
              <a:latin typeface="Lato"/>
              <a:ea typeface="Lato"/>
              <a:cs typeface="Lato"/>
              <a:sym typeface="Lato"/>
            </a:endParaRPr>
          </a:p>
          <a:p>
            <a:pPr indent="0" lvl="0" marL="0" rtl="0" algn="l">
              <a:lnSpc>
                <a:spcPct val="115000"/>
              </a:lnSpc>
              <a:spcBef>
                <a:spcPts val="1200"/>
              </a:spcBef>
              <a:spcAft>
                <a:spcPts val="0"/>
              </a:spcAft>
              <a:buNone/>
            </a:pPr>
            <a:r>
              <a:rPr lang="en" sz="1800">
                <a:solidFill>
                  <a:srgbClr val="595959"/>
                </a:solidFill>
                <a:latin typeface="Lato"/>
                <a:ea typeface="Lato"/>
                <a:cs typeface="Lato"/>
                <a:sym typeface="Lato"/>
              </a:rPr>
              <a:t>Load Testing</a:t>
            </a:r>
            <a:endParaRPr sz="1800">
              <a:solidFill>
                <a:srgbClr val="595959"/>
              </a:solidFill>
              <a:latin typeface="Lato"/>
              <a:ea typeface="Lato"/>
              <a:cs typeface="Lato"/>
              <a:sym typeface="Lato"/>
            </a:endParaRPr>
          </a:p>
          <a:p>
            <a:pPr indent="0" lvl="0" marL="0" rtl="0" algn="l">
              <a:lnSpc>
                <a:spcPct val="115000"/>
              </a:lnSpc>
              <a:spcBef>
                <a:spcPts val="1200"/>
              </a:spcBef>
              <a:spcAft>
                <a:spcPts val="0"/>
              </a:spcAft>
              <a:buNone/>
            </a:pPr>
            <a:r>
              <a:rPr lang="en" sz="1800">
                <a:solidFill>
                  <a:srgbClr val="595959"/>
                </a:solidFill>
                <a:latin typeface="Lato"/>
                <a:ea typeface="Lato"/>
                <a:cs typeface="Lato"/>
                <a:sym typeface="Lato"/>
              </a:rPr>
              <a:t>Load testing is performed under system testing to clarify whether the system can work under real-time loads or not.</a:t>
            </a:r>
            <a:endParaRPr sz="1800">
              <a:solidFill>
                <a:srgbClr val="595959"/>
              </a:solidFill>
              <a:latin typeface="Lato"/>
              <a:ea typeface="Lato"/>
              <a:cs typeface="Lato"/>
              <a:sym typeface="Lato"/>
            </a:endParaRPr>
          </a:p>
          <a:p>
            <a:pPr indent="0" lvl="0" marL="0" rtl="0" algn="l">
              <a:lnSpc>
                <a:spcPct val="115000"/>
              </a:lnSpc>
              <a:spcBef>
                <a:spcPts val="1200"/>
              </a:spcBef>
              <a:spcAft>
                <a:spcPts val="0"/>
              </a:spcAft>
              <a:buNone/>
            </a:pPr>
            <a:r>
              <a:t/>
            </a:r>
            <a:endParaRPr sz="1800">
              <a:solidFill>
                <a:srgbClr val="595959"/>
              </a:solidFill>
              <a:latin typeface="Lato"/>
              <a:ea typeface="Lato"/>
              <a:cs typeface="Lato"/>
              <a:sym typeface="Lato"/>
            </a:endParaRPr>
          </a:p>
          <a:p>
            <a:pPr indent="0" lvl="0" marL="0" rtl="0" algn="l">
              <a:lnSpc>
                <a:spcPct val="115000"/>
              </a:lnSpc>
              <a:spcBef>
                <a:spcPts val="1200"/>
              </a:spcBef>
              <a:spcAft>
                <a:spcPts val="0"/>
              </a:spcAft>
              <a:buNone/>
            </a:pPr>
            <a:r>
              <a:rPr lang="en" sz="1800">
                <a:solidFill>
                  <a:srgbClr val="595959"/>
                </a:solidFill>
                <a:latin typeface="Lato"/>
                <a:ea typeface="Lato"/>
                <a:cs typeface="Lato"/>
                <a:sym typeface="Lato"/>
              </a:rPr>
              <a:t>Functional Testing</a:t>
            </a:r>
            <a:endParaRPr sz="1800">
              <a:solidFill>
                <a:srgbClr val="595959"/>
              </a:solidFill>
              <a:latin typeface="Lato"/>
              <a:ea typeface="Lato"/>
              <a:cs typeface="Lato"/>
              <a:sym typeface="Lato"/>
            </a:endParaRPr>
          </a:p>
          <a:p>
            <a:pPr indent="0" lvl="0" marL="0" rtl="0" algn="l">
              <a:lnSpc>
                <a:spcPct val="115000"/>
              </a:lnSpc>
              <a:spcBef>
                <a:spcPts val="1200"/>
              </a:spcBef>
              <a:spcAft>
                <a:spcPts val="0"/>
              </a:spcAft>
              <a:buNone/>
            </a:pPr>
            <a:r>
              <a:rPr lang="en" sz="1800">
                <a:solidFill>
                  <a:srgbClr val="595959"/>
                </a:solidFill>
                <a:latin typeface="Lato"/>
                <a:ea typeface="Lato"/>
                <a:cs typeface="Lato"/>
                <a:sym typeface="Lato"/>
              </a:rPr>
              <a:t>Functional testing of a system is performed to find if there's any missing function in the system. Tester makes a list of vital functions that should be in the system and can be added during functional testing and should improve quality of the system.</a:t>
            </a:r>
            <a:endParaRPr sz="1800">
              <a:solidFill>
                <a:srgbClr val="595959"/>
              </a:solidFill>
              <a:latin typeface="Lato"/>
              <a:ea typeface="Lato"/>
              <a:cs typeface="Lato"/>
              <a:sym typeface="Lato"/>
            </a:endParaRPr>
          </a:p>
          <a:p>
            <a:pPr indent="0" lvl="0" marL="0" rtl="0" algn="l">
              <a:lnSpc>
                <a:spcPct val="115000"/>
              </a:lnSpc>
              <a:spcBef>
                <a:spcPts val="1200"/>
              </a:spcBef>
              <a:spcAft>
                <a:spcPts val="0"/>
              </a:spcAft>
              <a:buNone/>
            </a:pPr>
            <a:r>
              <a:t/>
            </a:r>
            <a:endParaRPr sz="1800">
              <a:solidFill>
                <a:srgbClr val="595959"/>
              </a:solidFill>
              <a:latin typeface="Lato"/>
              <a:ea typeface="Lato"/>
              <a:cs typeface="Lato"/>
              <a:sym typeface="Lato"/>
            </a:endParaRPr>
          </a:p>
          <a:p>
            <a:pPr indent="0" lvl="0" marL="0" rtl="0" algn="l">
              <a:lnSpc>
                <a:spcPct val="115000"/>
              </a:lnSpc>
              <a:spcBef>
                <a:spcPts val="1200"/>
              </a:spcBef>
              <a:spcAft>
                <a:spcPts val="0"/>
              </a:spcAft>
              <a:buNone/>
            </a:pPr>
            <a:r>
              <a:rPr lang="en" sz="1800">
                <a:solidFill>
                  <a:srgbClr val="595959"/>
                </a:solidFill>
                <a:latin typeface="Lato"/>
                <a:ea typeface="Lato"/>
                <a:cs typeface="Lato"/>
                <a:sym typeface="Lato"/>
              </a:rPr>
              <a:t>Recovery Testing</a:t>
            </a:r>
            <a:endParaRPr sz="1800">
              <a:solidFill>
                <a:srgbClr val="595959"/>
              </a:solidFill>
              <a:latin typeface="Lato"/>
              <a:ea typeface="Lato"/>
              <a:cs typeface="Lato"/>
              <a:sym typeface="Lato"/>
            </a:endParaRPr>
          </a:p>
          <a:p>
            <a:pPr indent="0" lvl="0" marL="0" rtl="0" algn="l">
              <a:lnSpc>
                <a:spcPct val="115000"/>
              </a:lnSpc>
              <a:spcBef>
                <a:spcPts val="1200"/>
              </a:spcBef>
              <a:spcAft>
                <a:spcPts val="0"/>
              </a:spcAft>
              <a:buNone/>
            </a:pPr>
            <a:r>
              <a:rPr lang="en" sz="1800">
                <a:solidFill>
                  <a:srgbClr val="595959"/>
                </a:solidFill>
                <a:latin typeface="Lato"/>
                <a:ea typeface="Lato"/>
                <a:cs typeface="Lato"/>
                <a:sym typeface="Lato"/>
              </a:rPr>
              <a:t>Recovery testing of a system is performed under system testing to confirm reliability, trustworthiness, accountability of the system and all are lying on recouping skills of the system. It should be able to recover from all the possible system crashes successfully.</a:t>
            </a:r>
            <a:endParaRPr sz="1800">
              <a:solidFill>
                <a:srgbClr val="595959"/>
              </a:solidFill>
              <a:latin typeface="Lato"/>
              <a:ea typeface="Lato"/>
              <a:cs typeface="Lato"/>
              <a:sym typeface="Lato"/>
            </a:endParaRPr>
          </a:p>
          <a:p>
            <a:pPr indent="0" lvl="0" marL="0" rtl="0" algn="l">
              <a:lnSpc>
                <a:spcPct val="115000"/>
              </a:lnSpc>
              <a:spcBef>
                <a:spcPts val="1200"/>
              </a:spcBef>
              <a:spcAft>
                <a:spcPts val="0"/>
              </a:spcAft>
              <a:buNone/>
            </a:pPr>
            <a:r>
              <a:t/>
            </a:r>
            <a:endParaRPr sz="1800">
              <a:solidFill>
                <a:srgbClr val="595959"/>
              </a:solidFill>
              <a:latin typeface="Lato"/>
              <a:ea typeface="Lato"/>
              <a:cs typeface="Lato"/>
              <a:sym typeface="Lato"/>
            </a:endParaRPr>
          </a:p>
          <a:p>
            <a:pPr indent="0" lvl="0" marL="0" rtl="0" algn="l">
              <a:lnSpc>
                <a:spcPct val="115000"/>
              </a:lnSpc>
              <a:spcBef>
                <a:spcPts val="1200"/>
              </a:spcBef>
              <a:spcAft>
                <a:spcPts val="0"/>
              </a:spcAft>
              <a:buNone/>
            </a:pPr>
            <a:r>
              <a:t/>
            </a:r>
            <a:endParaRPr sz="1800">
              <a:solidFill>
                <a:srgbClr val="595959"/>
              </a:solidFill>
              <a:latin typeface="Lato"/>
              <a:ea typeface="Lato"/>
              <a:cs typeface="Lato"/>
              <a:sym typeface="Lato"/>
            </a:endParaRPr>
          </a:p>
          <a:p>
            <a:pPr indent="0" lvl="0" marL="0" rtl="0" algn="l">
              <a:lnSpc>
                <a:spcPct val="115000"/>
              </a:lnSpc>
              <a:spcBef>
                <a:spcPts val="1200"/>
              </a:spcBef>
              <a:spcAft>
                <a:spcPts val="0"/>
              </a:spcAft>
              <a:buNone/>
            </a:pPr>
            <a:r>
              <a:rPr lang="en" sz="1800">
                <a:solidFill>
                  <a:srgbClr val="595959"/>
                </a:solidFill>
                <a:latin typeface="Lato"/>
                <a:ea typeface="Lato"/>
                <a:cs typeface="Lato"/>
                <a:sym typeface="Lato"/>
              </a:rPr>
              <a:t>Migration Testing</a:t>
            </a:r>
            <a:endParaRPr sz="1800">
              <a:solidFill>
                <a:srgbClr val="595959"/>
              </a:solidFill>
              <a:latin typeface="Lato"/>
              <a:ea typeface="Lato"/>
              <a:cs typeface="Lato"/>
              <a:sym typeface="Lato"/>
            </a:endParaRPr>
          </a:p>
          <a:p>
            <a:pPr indent="0" lvl="0" marL="0" rtl="0" algn="l">
              <a:lnSpc>
                <a:spcPct val="115000"/>
              </a:lnSpc>
              <a:spcBef>
                <a:spcPts val="1200"/>
              </a:spcBef>
              <a:spcAft>
                <a:spcPts val="0"/>
              </a:spcAft>
              <a:buNone/>
            </a:pPr>
            <a:r>
              <a:rPr lang="en" sz="1800">
                <a:solidFill>
                  <a:srgbClr val="595959"/>
                </a:solidFill>
                <a:latin typeface="Lato"/>
                <a:ea typeface="Lato"/>
                <a:cs typeface="Lato"/>
                <a:sym typeface="Lato"/>
              </a:rPr>
              <a:t>Migration testing is performed to ensure that if the system needs to be modified in new infrastructure so it should be modified without any issue.</a:t>
            </a:r>
            <a:endParaRPr sz="1800">
              <a:solidFill>
                <a:srgbClr val="595959"/>
              </a:solidFill>
              <a:latin typeface="Lato"/>
              <a:ea typeface="Lato"/>
              <a:cs typeface="Lato"/>
              <a:sym typeface="Lato"/>
            </a:endParaRPr>
          </a:p>
          <a:p>
            <a:pPr indent="0" lvl="0" marL="0" rtl="0" algn="l">
              <a:lnSpc>
                <a:spcPct val="115000"/>
              </a:lnSpc>
              <a:spcBef>
                <a:spcPts val="1200"/>
              </a:spcBef>
              <a:spcAft>
                <a:spcPts val="0"/>
              </a:spcAft>
              <a:buNone/>
            </a:pPr>
            <a:r>
              <a:t/>
            </a:r>
            <a:endParaRPr sz="1800">
              <a:solidFill>
                <a:srgbClr val="595959"/>
              </a:solidFill>
              <a:latin typeface="Lato"/>
              <a:ea typeface="Lato"/>
              <a:cs typeface="Lato"/>
              <a:sym typeface="Lato"/>
            </a:endParaRPr>
          </a:p>
          <a:p>
            <a:pPr indent="0" lvl="0" marL="0" rtl="0" algn="l">
              <a:lnSpc>
                <a:spcPct val="115000"/>
              </a:lnSpc>
              <a:spcBef>
                <a:spcPts val="1200"/>
              </a:spcBef>
              <a:spcAft>
                <a:spcPts val="0"/>
              </a:spcAft>
              <a:buNone/>
            </a:pPr>
            <a:r>
              <a:rPr lang="en" sz="1800">
                <a:solidFill>
                  <a:srgbClr val="595959"/>
                </a:solidFill>
                <a:latin typeface="Lato"/>
                <a:ea typeface="Lato"/>
                <a:cs typeface="Lato"/>
                <a:sym typeface="Lato"/>
              </a:rPr>
              <a:t>Usability Testing</a:t>
            </a:r>
            <a:endParaRPr sz="1800">
              <a:solidFill>
                <a:srgbClr val="595959"/>
              </a:solidFill>
              <a:latin typeface="Lato"/>
              <a:ea typeface="Lato"/>
              <a:cs typeface="Lato"/>
              <a:sym typeface="Lato"/>
            </a:endParaRPr>
          </a:p>
          <a:p>
            <a:pPr indent="0" lvl="0" marL="0" rtl="0" algn="l">
              <a:lnSpc>
                <a:spcPct val="115000"/>
              </a:lnSpc>
              <a:spcBef>
                <a:spcPts val="1200"/>
              </a:spcBef>
              <a:spcAft>
                <a:spcPts val="0"/>
              </a:spcAft>
              <a:buNone/>
            </a:pPr>
            <a:r>
              <a:rPr lang="en" sz="1800">
                <a:solidFill>
                  <a:srgbClr val="595959"/>
                </a:solidFill>
                <a:latin typeface="Lato"/>
                <a:ea typeface="Lato"/>
                <a:cs typeface="Lato"/>
                <a:sym typeface="Lato"/>
              </a:rPr>
              <a:t>The purpose of this testing to make sure that the system is well familiar with the user and it meets its objective for what it supposed to do.</a:t>
            </a:r>
            <a:endParaRPr sz="1800">
              <a:solidFill>
                <a:srgbClr val="595959"/>
              </a:solidFill>
              <a:latin typeface="Lato"/>
              <a:ea typeface="Lato"/>
              <a:cs typeface="Lato"/>
              <a:sym typeface="Lato"/>
            </a:endParaRPr>
          </a:p>
          <a:p>
            <a:pPr indent="0" lvl="0" marL="0" rtl="0" algn="l">
              <a:lnSpc>
                <a:spcPct val="115000"/>
              </a:lnSpc>
              <a:spcBef>
                <a:spcPts val="1200"/>
              </a:spcBef>
              <a:spcAft>
                <a:spcPts val="0"/>
              </a:spcAft>
              <a:buNone/>
            </a:pPr>
            <a:r>
              <a:t/>
            </a:r>
            <a:endParaRPr sz="1800">
              <a:solidFill>
                <a:srgbClr val="595959"/>
              </a:solidFill>
              <a:latin typeface="Lato"/>
              <a:ea typeface="Lato"/>
              <a:cs typeface="Lato"/>
              <a:sym typeface="Lato"/>
            </a:endParaRPr>
          </a:p>
          <a:p>
            <a:pPr indent="0" lvl="0" marL="0" rtl="0" algn="l">
              <a:lnSpc>
                <a:spcPct val="115000"/>
              </a:lnSpc>
              <a:spcBef>
                <a:spcPts val="1200"/>
              </a:spcBef>
              <a:spcAft>
                <a:spcPts val="0"/>
              </a:spcAft>
              <a:buNone/>
            </a:pPr>
            <a:r>
              <a:t/>
            </a:r>
            <a:endParaRPr sz="1800">
              <a:solidFill>
                <a:srgbClr val="595959"/>
              </a:solidFill>
              <a:latin typeface="Lato"/>
              <a:ea typeface="Lato"/>
              <a:cs typeface="Lato"/>
              <a:sym typeface="Lato"/>
            </a:endParaRPr>
          </a:p>
          <a:p>
            <a:pPr indent="0" lvl="0" marL="0" rtl="0" algn="l">
              <a:lnSpc>
                <a:spcPct val="115000"/>
              </a:lnSpc>
              <a:spcBef>
                <a:spcPts val="1200"/>
              </a:spcBef>
              <a:spcAft>
                <a:spcPts val="0"/>
              </a:spcAft>
              <a:buNone/>
            </a:pPr>
            <a:r>
              <a:rPr lang="en" sz="1800">
                <a:solidFill>
                  <a:srgbClr val="595959"/>
                </a:solidFill>
                <a:latin typeface="Lato"/>
                <a:ea typeface="Lato"/>
                <a:cs typeface="Lato"/>
                <a:sym typeface="Lato"/>
              </a:rPr>
              <a:t>Software and Hardware Testing</a:t>
            </a:r>
            <a:endParaRPr sz="1800">
              <a:solidFill>
                <a:srgbClr val="595959"/>
              </a:solidFill>
              <a:latin typeface="Lato"/>
              <a:ea typeface="Lato"/>
              <a:cs typeface="Lato"/>
              <a:sym typeface="Lato"/>
            </a:endParaRPr>
          </a:p>
          <a:p>
            <a:pPr indent="0" lvl="0" marL="0" rtl="0" algn="l">
              <a:lnSpc>
                <a:spcPct val="115000"/>
              </a:lnSpc>
              <a:spcBef>
                <a:spcPts val="1200"/>
              </a:spcBef>
              <a:spcAft>
                <a:spcPts val="0"/>
              </a:spcAft>
              <a:buNone/>
            </a:pPr>
            <a:r>
              <a:rPr lang="en" sz="1800">
                <a:solidFill>
                  <a:srgbClr val="595959"/>
                </a:solidFill>
                <a:latin typeface="Lato"/>
                <a:ea typeface="Lato"/>
                <a:cs typeface="Lato"/>
                <a:sym typeface="Lato"/>
              </a:rPr>
              <a:t>This testing of the system intends to check hardware and software compatibility. The hardware configuration must be compatible with the software to run it without any issue. Compatibility provides flexibility by providing interactions between hardware and software.</a:t>
            </a:r>
            <a:endParaRPr sz="1800">
              <a:solidFill>
                <a:srgbClr val="595959"/>
              </a:solidFill>
              <a:latin typeface="Lato"/>
              <a:ea typeface="Lato"/>
              <a:cs typeface="Lato"/>
              <a:sym typeface="Lato"/>
            </a:endParaRPr>
          </a:p>
          <a:p>
            <a:pPr indent="0" lvl="0" marL="0" rtl="0" algn="l">
              <a:lnSpc>
                <a:spcPct val="115000"/>
              </a:lnSpc>
              <a:spcBef>
                <a:spcPts val="1200"/>
              </a:spcBef>
              <a:spcAft>
                <a:spcPts val="0"/>
              </a:spcAft>
              <a:buNone/>
            </a:pPr>
            <a:r>
              <a:rPr lang="en" sz="1800">
                <a:solidFill>
                  <a:srgbClr val="595959"/>
                </a:solidFill>
                <a:latin typeface="Lato"/>
                <a:ea typeface="Lato"/>
                <a:cs typeface="Lato"/>
                <a:sym typeface="Lato"/>
              </a:rPr>
              <a:t>Performance Testing: Performance Testing is a type of software testing that is carried out to test the speed, scalability, stability and reliability of the software product or application.</a:t>
            </a:r>
            <a:endParaRPr sz="1800">
              <a:solidFill>
                <a:srgbClr val="595959"/>
              </a:solidFill>
              <a:latin typeface="Lato"/>
              <a:ea typeface="Lato"/>
              <a:cs typeface="Lato"/>
              <a:sym typeface="Lato"/>
            </a:endParaRPr>
          </a:p>
          <a:p>
            <a:pPr indent="0" lvl="0" marL="0" rtl="0" algn="l">
              <a:lnSpc>
                <a:spcPct val="115000"/>
              </a:lnSpc>
              <a:spcBef>
                <a:spcPts val="1200"/>
              </a:spcBef>
              <a:spcAft>
                <a:spcPts val="0"/>
              </a:spcAft>
              <a:buNone/>
            </a:pPr>
            <a:r>
              <a:rPr lang="en" sz="1800">
                <a:solidFill>
                  <a:srgbClr val="595959"/>
                </a:solidFill>
                <a:latin typeface="Lato"/>
                <a:ea typeface="Lato"/>
                <a:cs typeface="Lato"/>
                <a:sym typeface="Lato"/>
              </a:rPr>
              <a:t>Load Testing: Load Testing is a type of software Testing which is carried out to determine the behavior of a system or software product under extreme load.</a:t>
            </a:r>
            <a:endParaRPr sz="1800">
              <a:solidFill>
                <a:srgbClr val="595959"/>
              </a:solidFill>
              <a:latin typeface="Lato"/>
              <a:ea typeface="Lato"/>
              <a:cs typeface="Lato"/>
              <a:sym typeface="Lato"/>
            </a:endParaRPr>
          </a:p>
          <a:p>
            <a:pPr indent="0" lvl="0" marL="0" rtl="0" algn="l">
              <a:lnSpc>
                <a:spcPct val="115000"/>
              </a:lnSpc>
              <a:spcBef>
                <a:spcPts val="1200"/>
              </a:spcBef>
              <a:spcAft>
                <a:spcPts val="0"/>
              </a:spcAft>
              <a:buNone/>
            </a:pPr>
            <a:r>
              <a:rPr lang="en" sz="1800">
                <a:solidFill>
                  <a:srgbClr val="595959"/>
                </a:solidFill>
                <a:latin typeface="Lato"/>
                <a:ea typeface="Lato"/>
                <a:cs typeface="Lato"/>
                <a:sym typeface="Lato"/>
              </a:rPr>
              <a:t>Stress Testing: Stress Testing is a type of software testing performed to check the robustness of the system under the varying loads.</a:t>
            </a:r>
            <a:endParaRPr sz="1800">
              <a:solidFill>
                <a:srgbClr val="595959"/>
              </a:solidFill>
              <a:latin typeface="Lato"/>
              <a:ea typeface="Lato"/>
              <a:cs typeface="Lato"/>
              <a:sym typeface="Lato"/>
            </a:endParaRPr>
          </a:p>
          <a:p>
            <a:pPr indent="0" lvl="0" marL="0" rtl="0" algn="l">
              <a:lnSpc>
                <a:spcPct val="115000"/>
              </a:lnSpc>
              <a:spcBef>
                <a:spcPts val="1200"/>
              </a:spcBef>
              <a:spcAft>
                <a:spcPts val="0"/>
              </a:spcAft>
              <a:buNone/>
            </a:pPr>
            <a:r>
              <a:rPr lang="en" sz="1800">
                <a:solidFill>
                  <a:srgbClr val="595959"/>
                </a:solidFill>
                <a:latin typeface="Lato"/>
                <a:ea typeface="Lato"/>
                <a:cs typeface="Lato"/>
                <a:sym typeface="Lato"/>
              </a:rPr>
              <a:t>Scalability Testing: Scalability Testing is a type of software testing which is carried out to check the performance of a software application or system in terms of its capability to scale up or scale down the number of user request load.</a:t>
            </a:r>
            <a:endParaRPr sz="1800">
              <a:solidFill>
                <a:srgbClr val="595959"/>
              </a:solidFill>
              <a:latin typeface="Lato"/>
              <a:ea typeface="Lato"/>
              <a:cs typeface="Lato"/>
              <a:sym typeface="Lato"/>
            </a:endParaRPr>
          </a:p>
          <a:p>
            <a:pPr indent="0" lvl="0" marL="0" rtl="0" algn="l">
              <a:spcBef>
                <a:spcPts val="1200"/>
              </a:spcBef>
              <a:spcAft>
                <a:spcPts val="0"/>
              </a:spcAft>
              <a:buNone/>
            </a:pPr>
            <a:r>
              <a:t/>
            </a:r>
            <a:endParaRPr b="1" sz="1350">
              <a:solidFill>
                <a:srgbClr val="273239"/>
              </a:solidFill>
              <a:highlight>
                <a:srgbClr val="FFFFFF"/>
              </a:highlight>
              <a:latin typeface="Nunito"/>
              <a:ea typeface="Nunito"/>
              <a:cs typeface="Nunito"/>
              <a:sym typeface="Nunito"/>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6" name="Shape 136"/>
        <p:cNvGrpSpPr/>
        <p:nvPr/>
      </p:nvGrpSpPr>
      <p:grpSpPr>
        <a:xfrm>
          <a:off x="0" y="0"/>
          <a:ext cx="0" cy="0"/>
          <a:chOff x="0" y="0"/>
          <a:chExt cx="0" cy="0"/>
        </a:xfrm>
      </p:grpSpPr>
      <p:sp>
        <p:nvSpPr>
          <p:cNvPr id="137" name="Google Shape;137;g27098e4cd8b_0_4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8" name="Google Shape;138;g27098e4cd8b_0_4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457200" rtl="0" algn="l">
              <a:lnSpc>
                <a:spcPct val="115000"/>
              </a:lnSpc>
              <a:spcBef>
                <a:spcPts val="0"/>
              </a:spcBef>
              <a:spcAft>
                <a:spcPts val="0"/>
              </a:spcAft>
              <a:buClr>
                <a:schemeClr val="dk1"/>
              </a:buClr>
              <a:buSzPts val="1100"/>
              <a:buFont typeface="Arial"/>
              <a:buNone/>
            </a:pPr>
            <a:r>
              <a:rPr lang="en" sz="1800">
                <a:solidFill>
                  <a:srgbClr val="595959"/>
                </a:solidFill>
                <a:latin typeface="Lato"/>
                <a:ea typeface="Lato"/>
                <a:cs typeface="Lato"/>
                <a:sym typeface="Lato"/>
              </a:rPr>
              <a:t>After this testing, the product will almost cover all the possible bugs or errors and hence the development team will confidently go ahead with acceptance testing</a:t>
            </a:r>
            <a:endParaRPr sz="1800">
              <a:solidFill>
                <a:srgbClr val="595959"/>
              </a:solidFill>
              <a:latin typeface="Lato"/>
              <a:ea typeface="Lato"/>
              <a:cs typeface="Lato"/>
              <a:sym typeface="Lato"/>
            </a:endParaRPr>
          </a:p>
          <a:p>
            <a:pPr indent="0" lvl="0" marL="457200" rtl="0" algn="l">
              <a:lnSpc>
                <a:spcPct val="115000"/>
              </a:lnSpc>
              <a:spcBef>
                <a:spcPts val="1200"/>
              </a:spcBef>
              <a:spcAft>
                <a:spcPts val="0"/>
              </a:spcAft>
              <a:buClr>
                <a:schemeClr val="dk1"/>
              </a:buClr>
              <a:buSzPts val="1100"/>
              <a:buFont typeface="Arial"/>
              <a:buNone/>
            </a:pPr>
            <a:r>
              <a:rPr lang="en" sz="1800">
                <a:solidFill>
                  <a:srgbClr val="595959"/>
                </a:solidFill>
                <a:latin typeface="Lato"/>
                <a:ea typeface="Lato"/>
                <a:cs typeface="Lato"/>
                <a:sym typeface="Lato"/>
              </a:rPr>
              <a:t>Verifies the overall functionality of the system.</a:t>
            </a:r>
            <a:endParaRPr sz="1800">
              <a:solidFill>
                <a:srgbClr val="595959"/>
              </a:solidFill>
              <a:latin typeface="Lato"/>
              <a:ea typeface="Lato"/>
              <a:cs typeface="Lato"/>
              <a:sym typeface="Lato"/>
            </a:endParaRPr>
          </a:p>
          <a:p>
            <a:pPr indent="0" lvl="0" marL="457200" rtl="0" algn="l">
              <a:lnSpc>
                <a:spcPct val="115000"/>
              </a:lnSpc>
              <a:spcBef>
                <a:spcPts val="1200"/>
              </a:spcBef>
              <a:spcAft>
                <a:spcPts val="0"/>
              </a:spcAft>
              <a:buClr>
                <a:schemeClr val="dk1"/>
              </a:buClr>
              <a:buSzPts val="1100"/>
              <a:buFont typeface="Arial"/>
              <a:buNone/>
            </a:pPr>
            <a:r>
              <a:rPr lang="en" sz="1800">
                <a:solidFill>
                  <a:srgbClr val="595959"/>
                </a:solidFill>
                <a:latin typeface="Lato"/>
                <a:ea typeface="Lato"/>
                <a:cs typeface="Lato"/>
                <a:sym typeface="Lato"/>
              </a:rPr>
              <a:t>Detects and identifies system-level problems early in the development cycle.</a:t>
            </a:r>
            <a:endParaRPr sz="1800">
              <a:solidFill>
                <a:srgbClr val="595959"/>
              </a:solidFill>
              <a:latin typeface="Lato"/>
              <a:ea typeface="Lato"/>
              <a:cs typeface="Lato"/>
              <a:sym typeface="Lato"/>
            </a:endParaRPr>
          </a:p>
          <a:p>
            <a:pPr indent="0" lvl="0" marL="457200" rtl="0" algn="l">
              <a:lnSpc>
                <a:spcPct val="115000"/>
              </a:lnSpc>
              <a:spcBef>
                <a:spcPts val="1200"/>
              </a:spcBef>
              <a:spcAft>
                <a:spcPts val="0"/>
              </a:spcAft>
              <a:buClr>
                <a:schemeClr val="dk1"/>
              </a:buClr>
              <a:buSzPts val="1100"/>
              <a:buFont typeface="Arial"/>
              <a:buNone/>
            </a:pPr>
            <a:r>
              <a:rPr lang="en" sz="1800">
                <a:solidFill>
                  <a:srgbClr val="595959"/>
                </a:solidFill>
                <a:latin typeface="Lato"/>
                <a:ea typeface="Lato"/>
                <a:cs typeface="Lato"/>
                <a:sym typeface="Lato"/>
              </a:rPr>
              <a:t>Helps to validate the requirements and ensure the system meets the user needs.</a:t>
            </a:r>
            <a:endParaRPr sz="1800">
              <a:solidFill>
                <a:srgbClr val="595959"/>
              </a:solidFill>
              <a:latin typeface="Lato"/>
              <a:ea typeface="Lato"/>
              <a:cs typeface="Lato"/>
              <a:sym typeface="Lato"/>
            </a:endParaRPr>
          </a:p>
          <a:p>
            <a:pPr indent="0" lvl="0" marL="457200" rtl="0" algn="l">
              <a:lnSpc>
                <a:spcPct val="115000"/>
              </a:lnSpc>
              <a:spcBef>
                <a:spcPts val="1200"/>
              </a:spcBef>
              <a:spcAft>
                <a:spcPts val="0"/>
              </a:spcAft>
              <a:buClr>
                <a:schemeClr val="dk1"/>
              </a:buClr>
              <a:buSzPts val="1100"/>
              <a:buFont typeface="Arial"/>
              <a:buNone/>
            </a:pPr>
            <a:r>
              <a:rPr lang="en" sz="1800">
                <a:solidFill>
                  <a:srgbClr val="595959"/>
                </a:solidFill>
                <a:latin typeface="Lato"/>
                <a:ea typeface="Lato"/>
                <a:cs typeface="Lato"/>
                <a:sym typeface="Lato"/>
              </a:rPr>
              <a:t>Improves system reliability and quality.</a:t>
            </a:r>
            <a:endParaRPr sz="1800">
              <a:solidFill>
                <a:srgbClr val="595959"/>
              </a:solidFill>
              <a:latin typeface="Lato"/>
              <a:ea typeface="Lato"/>
              <a:cs typeface="Lato"/>
              <a:sym typeface="Lato"/>
            </a:endParaRPr>
          </a:p>
          <a:p>
            <a:pPr indent="0" lvl="0" marL="457200" rtl="0" algn="l">
              <a:lnSpc>
                <a:spcPct val="115000"/>
              </a:lnSpc>
              <a:spcBef>
                <a:spcPts val="1200"/>
              </a:spcBef>
              <a:spcAft>
                <a:spcPts val="0"/>
              </a:spcAft>
              <a:buClr>
                <a:schemeClr val="dk1"/>
              </a:buClr>
              <a:buSzPts val="1100"/>
              <a:buFont typeface="Arial"/>
              <a:buNone/>
            </a:pPr>
            <a:r>
              <a:rPr lang="en" sz="1800">
                <a:solidFill>
                  <a:srgbClr val="595959"/>
                </a:solidFill>
                <a:latin typeface="Lato"/>
                <a:ea typeface="Lato"/>
                <a:cs typeface="Lato"/>
                <a:sym typeface="Lato"/>
              </a:rPr>
              <a:t>Facilitates collaboration and communication between development and testing teams.</a:t>
            </a:r>
            <a:endParaRPr sz="1800">
              <a:solidFill>
                <a:srgbClr val="595959"/>
              </a:solidFill>
              <a:latin typeface="Lato"/>
              <a:ea typeface="Lato"/>
              <a:cs typeface="Lato"/>
              <a:sym typeface="Lato"/>
            </a:endParaRPr>
          </a:p>
          <a:p>
            <a:pPr indent="0" lvl="0" marL="457200" rtl="0" algn="l">
              <a:lnSpc>
                <a:spcPct val="115000"/>
              </a:lnSpc>
              <a:spcBef>
                <a:spcPts val="1200"/>
              </a:spcBef>
              <a:spcAft>
                <a:spcPts val="0"/>
              </a:spcAft>
              <a:buClr>
                <a:schemeClr val="dk1"/>
              </a:buClr>
              <a:buSzPts val="1100"/>
              <a:buFont typeface="Arial"/>
              <a:buNone/>
            </a:pPr>
            <a:r>
              <a:rPr lang="en" sz="1800">
                <a:solidFill>
                  <a:srgbClr val="595959"/>
                </a:solidFill>
                <a:latin typeface="Lato"/>
                <a:ea typeface="Lato"/>
                <a:cs typeface="Lato"/>
                <a:sym typeface="Lato"/>
              </a:rPr>
              <a:t>Enhances the overall performance of the system.</a:t>
            </a:r>
            <a:endParaRPr sz="1800">
              <a:solidFill>
                <a:srgbClr val="595959"/>
              </a:solidFill>
              <a:latin typeface="Lato"/>
              <a:ea typeface="Lato"/>
              <a:cs typeface="Lato"/>
              <a:sym typeface="Lato"/>
            </a:endParaRPr>
          </a:p>
          <a:p>
            <a:pPr indent="0" lvl="0" marL="457200" rtl="0" algn="l">
              <a:lnSpc>
                <a:spcPct val="115000"/>
              </a:lnSpc>
              <a:spcBef>
                <a:spcPts val="1200"/>
              </a:spcBef>
              <a:spcAft>
                <a:spcPts val="0"/>
              </a:spcAft>
              <a:buClr>
                <a:schemeClr val="dk1"/>
              </a:buClr>
              <a:buSzPts val="1100"/>
              <a:buFont typeface="Arial"/>
              <a:buNone/>
            </a:pPr>
            <a:r>
              <a:rPr lang="en" sz="1800">
                <a:solidFill>
                  <a:srgbClr val="595959"/>
                </a:solidFill>
                <a:latin typeface="Lato"/>
                <a:ea typeface="Lato"/>
                <a:cs typeface="Lato"/>
                <a:sym typeface="Lato"/>
              </a:rPr>
              <a:t>Increases user confidence and reduces risks.</a:t>
            </a:r>
            <a:endParaRPr sz="1800">
              <a:solidFill>
                <a:srgbClr val="595959"/>
              </a:solidFill>
              <a:latin typeface="Lato"/>
              <a:ea typeface="Lato"/>
              <a:cs typeface="Lato"/>
              <a:sym typeface="Lato"/>
            </a:endParaRPr>
          </a:p>
          <a:p>
            <a:pPr indent="0" lvl="0" marL="457200" rtl="0" algn="l">
              <a:lnSpc>
                <a:spcPct val="115000"/>
              </a:lnSpc>
              <a:spcBef>
                <a:spcPts val="1200"/>
              </a:spcBef>
              <a:spcAft>
                <a:spcPts val="0"/>
              </a:spcAft>
              <a:buClr>
                <a:schemeClr val="dk1"/>
              </a:buClr>
              <a:buSzPts val="1100"/>
              <a:buFont typeface="Arial"/>
              <a:buNone/>
            </a:pPr>
            <a:r>
              <a:rPr lang="en" sz="1800">
                <a:solidFill>
                  <a:srgbClr val="595959"/>
                </a:solidFill>
                <a:latin typeface="Lato"/>
                <a:ea typeface="Lato"/>
                <a:cs typeface="Lato"/>
                <a:sym typeface="Lato"/>
              </a:rPr>
              <a:t>Facilitates early detection and resolution of bugs and defects.</a:t>
            </a:r>
            <a:endParaRPr sz="1800">
              <a:solidFill>
                <a:srgbClr val="595959"/>
              </a:solidFill>
              <a:latin typeface="Lato"/>
              <a:ea typeface="Lato"/>
              <a:cs typeface="Lato"/>
              <a:sym typeface="Lato"/>
            </a:endParaRPr>
          </a:p>
          <a:p>
            <a:pPr indent="0" lvl="0" marL="457200" rtl="0" algn="l">
              <a:lnSpc>
                <a:spcPct val="115000"/>
              </a:lnSpc>
              <a:spcBef>
                <a:spcPts val="1200"/>
              </a:spcBef>
              <a:spcAft>
                <a:spcPts val="0"/>
              </a:spcAft>
              <a:buClr>
                <a:schemeClr val="dk1"/>
              </a:buClr>
              <a:buSzPts val="1100"/>
              <a:buFont typeface="Arial"/>
              <a:buNone/>
            </a:pPr>
            <a:r>
              <a:rPr lang="en" sz="1800">
                <a:solidFill>
                  <a:srgbClr val="595959"/>
                </a:solidFill>
                <a:latin typeface="Lato"/>
                <a:ea typeface="Lato"/>
                <a:cs typeface="Lato"/>
                <a:sym typeface="Lato"/>
              </a:rPr>
              <a:t>Supports the identification of system-level dependencies and inter-module interactions.</a:t>
            </a:r>
            <a:endParaRPr sz="1800">
              <a:solidFill>
                <a:srgbClr val="595959"/>
              </a:solidFill>
              <a:latin typeface="Lato"/>
              <a:ea typeface="Lato"/>
              <a:cs typeface="Lato"/>
              <a:sym typeface="Lato"/>
            </a:endParaRPr>
          </a:p>
          <a:p>
            <a:pPr indent="0" lvl="0" marL="457200" rtl="0" algn="l">
              <a:lnSpc>
                <a:spcPct val="115000"/>
              </a:lnSpc>
              <a:spcBef>
                <a:spcPts val="1200"/>
              </a:spcBef>
              <a:spcAft>
                <a:spcPts val="0"/>
              </a:spcAft>
              <a:buClr>
                <a:schemeClr val="dk1"/>
              </a:buClr>
              <a:buSzPts val="1100"/>
              <a:buFont typeface="Arial"/>
              <a:buNone/>
            </a:pPr>
            <a:r>
              <a:rPr lang="en" sz="1800">
                <a:solidFill>
                  <a:srgbClr val="595959"/>
                </a:solidFill>
                <a:latin typeface="Lato"/>
                <a:ea typeface="Lato"/>
                <a:cs typeface="Lato"/>
                <a:sym typeface="Lato"/>
              </a:rPr>
              <a:t>Improves the system’s maintainability and scalability.</a:t>
            </a:r>
            <a:endParaRPr sz="1800">
              <a:solidFill>
                <a:srgbClr val="595959"/>
              </a:solidFill>
              <a:latin typeface="Lato"/>
              <a:ea typeface="Lato"/>
              <a:cs typeface="Lato"/>
              <a:sym typeface="Lato"/>
            </a:endParaRPr>
          </a:p>
          <a:p>
            <a:pPr indent="0" lvl="0" marL="0" rtl="0" algn="l">
              <a:spcBef>
                <a:spcPts val="1200"/>
              </a:spcBef>
              <a:spcAft>
                <a:spcPts val="0"/>
              </a:spcAft>
              <a:buNone/>
            </a:pPr>
            <a:r>
              <a:t/>
            </a:r>
            <a:endParaRPr sz="1800">
              <a:solidFill>
                <a:srgbClr val="595959"/>
              </a:solidFill>
              <a:latin typeface="Lato"/>
              <a:ea typeface="Lato"/>
              <a:cs typeface="Lato"/>
              <a:sym typeface="Lato"/>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2" name="Shape 142"/>
        <p:cNvGrpSpPr/>
        <p:nvPr/>
      </p:nvGrpSpPr>
      <p:grpSpPr>
        <a:xfrm>
          <a:off x="0" y="0"/>
          <a:ext cx="0" cy="0"/>
          <a:chOff x="0" y="0"/>
          <a:chExt cx="0" cy="0"/>
        </a:xfrm>
      </p:grpSpPr>
      <p:sp>
        <p:nvSpPr>
          <p:cNvPr id="143" name="Google Shape;143;g27098e4cd8b_0_5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4" name="Google Shape;144;g27098e4cd8b_0_5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sz="1800">
              <a:solidFill>
                <a:srgbClr val="595959"/>
              </a:solidFill>
              <a:latin typeface="Lato"/>
              <a:ea typeface="Lato"/>
              <a:cs typeface="Lato"/>
              <a:sym typeface="Lato"/>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8" name="Shape 148"/>
        <p:cNvGrpSpPr/>
        <p:nvPr/>
      </p:nvGrpSpPr>
      <p:grpSpPr>
        <a:xfrm>
          <a:off x="0" y="0"/>
          <a:ext cx="0" cy="0"/>
          <a:chOff x="0" y="0"/>
          <a:chExt cx="0" cy="0"/>
        </a:xfrm>
      </p:grpSpPr>
      <p:sp>
        <p:nvSpPr>
          <p:cNvPr id="149" name="Google Shape;149;g27098e4cd8b_0_6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0" name="Google Shape;150;g27098e4cd8b_0_6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sz="1800">
              <a:solidFill>
                <a:srgbClr val="595959"/>
              </a:solidFill>
              <a:latin typeface="Lato"/>
              <a:ea typeface="Lato"/>
              <a:cs typeface="Lato"/>
              <a:sym typeface="Lato"/>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4" name="Shape 154"/>
        <p:cNvGrpSpPr/>
        <p:nvPr/>
      </p:nvGrpSpPr>
      <p:grpSpPr>
        <a:xfrm>
          <a:off x="0" y="0"/>
          <a:ext cx="0" cy="0"/>
          <a:chOff x="0" y="0"/>
          <a:chExt cx="0" cy="0"/>
        </a:xfrm>
      </p:grpSpPr>
      <p:sp>
        <p:nvSpPr>
          <p:cNvPr id="155" name="Google Shape;155;g26a117d3ff3_0_3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6" name="Google Shape;156;g26a117d3ff3_0_3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chemeClr val="lt2"/>
        </a:solidFill>
      </p:bgPr>
    </p:bg>
    <p:spTree>
      <p:nvGrpSpPr>
        <p:cNvPr id="9" name="Shape 9"/>
        <p:cNvGrpSpPr/>
        <p:nvPr/>
      </p:nvGrpSpPr>
      <p:grpSpPr>
        <a:xfrm>
          <a:off x="0" y="0"/>
          <a:ext cx="0" cy="0"/>
          <a:chOff x="0" y="0"/>
          <a:chExt cx="0" cy="0"/>
        </a:xfrm>
      </p:grpSpPr>
      <p:sp>
        <p:nvSpPr>
          <p:cNvPr id="10" name="Google Shape;10;p2"/>
          <p:cNvSpPr/>
          <p:nvPr/>
        </p:nvSpPr>
        <p:spPr>
          <a:xfrm>
            <a:off x="0" y="0"/>
            <a:ext cx="9144000" cy="4878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1" name="Google Shape;11;p2"/>
          <p:cNvGrpSpPr/>
          <p:nvPr/>
        </p:nvGrpSpPr>
        <p:grpSpPr>
          <a:xfrm>
            <a:off x="830392" y="1191256"/>
            <a:ext cx="745763" cy="45826"/>
            <a:chOff x="4580561" y="2589004"/>
            <a:chExt cx="1064464" cy="25200"/>
          </a:xfrm>
        </p:grpSpPr>
        <p:sp>
          <p:nvSpPr>
            <p:cNvPr id="12" name="Google Shape;12;p2"/>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 name="Google Shape;13;p2"/>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4" name="Google Shape;14;p2"/>
          <p:cNvSpPr txBox="1"/>
          <p:nvPr>
            <p:ph type="ctrTitle"/>
          </p:nvPr>
        </p:nvSpPr>
        <p:spPr>
          <a:xfrm>
            <a:off x="729450" y="1322450"/>
            <a:ext cx="7688100" cy="1664700"/>
          </a:xfrm>
          <a:prstGeom prst="rect">
            <a:avLst/>
          </a:prstGeom>
        </p:spPr>
        <p:txBody>
          <a:bodyPr anchorCtr="0" anchor="t" bIns="91425" lIns="91425" spcFirstLastPara="1" rIns="91425" wrap="square" tIns="91425">
            <a:normAutofit/>
          </a:bodyPr>
          <a:lstStyle>
            <a:lvl1pPr lvl="0">
              <a:spcBef>
                <a:spcPts val="0"/>
              </a:spcBef>
              <a:spcAft>
                <a:spcPts val="0"/>
              </a:spcAft>
              <a:buSzPts val="4200"/>
              <a:buNone/>
              <a:defRPr sz="4200"/>
            </a:lvl1pPr>
            <a:lvl2pPr lvl="1">
              <a:spcBef>
                <a:spcPts val="0"/>
              </a:spcBef>
              <a:spcAft>
                <a:spcPts val="0"/>
              </a:spcAft>
              <a:buSzPts val="4200"/>
              <a:buNone/>
              <a:defRPr sz="4200"/>
            </a:lvl2pPr>
            <a:lvl3pPr lvl="2">
              <a:spcBef>
                <a:spcPts val="0"/>
              </a:spcBef>
              <a:spcAft>
                <a:spcPts val="0"/>
              </a:spcAft>
              <a:buSzPts val="4200"/>
              <a:buNone/>
              <a:defRPr sz="4200"/>
            </a:lvl3pPr>
            <a:lvl4pPr lvl="3">
              <a:spcBef>
                <a:spcPts val="0"/>
              </a:spcBef>
              <a:spcAft>
                <a:spcPts val="0"/>
              </a:spcAft>
              <a:buSzPts val="4200"/>
              <a:buNone/>
              <a:defRPr sz="4200"/>
            </a:lvl4pPr>
            <a:lvl5pPr lvl="4">
              <a:spcBef>
                <a:spcPts val="0"/>
              </a:spcBef>
              <a:spcAft>
                <a:spcPts val="0"/>
              </a:spcAft>
              <a:buSzPts val="4200"/>
              <a:buNone/>
              <a:defRPr sz="4200"/>
            </a:lvl5pPr>
            <a:lvl6pPr lvl="5">
              <a:spcBef>
                <a:spcPts val="0"/>
              </a:spcBef>
              <a:spcAft>
                <a:spcPts val="0"/>
              </a:spcAft>
              <a:buSzPts val="4200"/>
              <a:buNone/>
              <a:defRPr sz="4200"/>
            </a:lvl6pPr>
            <a:lvl7pPr lvl="6">
              <a:spcBef>
                <a:spcPts val="0"/>
              </a:spcBef>
              <a:spcAft>
                <a:spcPts val="0"/>
              </a:spcAft>
              <a:buSzPts val="4200"/>
              <a:buNone/>
              <a:defRPr sz="4200"/>
            </a:lvl7pPr>
            <a:lvl8pPr lvl="7">
              <a:spcBef>
                <a:spcPts val="0"/>
              </a:spcBef>
              <a:spcAft>
                <a:spcPts val="0"/>
              </a:spcAft>
              <a:buSzPts val="4200"/>
              <a:buNone/>
              <a:defRPr sz="4200"/>
            </a:lvl8pPr>
            <a:lvl9pPr lvl="8">
              <a:spcBef>
                <a:spcPts val="0"/>
              </a:spcBef>
              <a:spcAft>
                <a:spcPts val="0"/>
              </a:spcAft>
              <a:buSzPts val="4200"/>
              <a:buNone/>
              <a:defRPr sz="4200"/>
            </a:lvl9pPr>
          </a:lstStyle>
          <a:p/>
        </p:txBody>
      </p:sp>
      <p:sp>
        <p:nvSpPr>
          <p:cNvPr id="15" name="Google Shape;15;p2"/>
          <p:cNvSpPr txBox="1"/>
          <p:nvPr>
            <p:ph idx="1" type="subTitle"/>
          </p:nvPr>
        </p:nvSpPr>
        <p:spPr>
          <a:xfrm>
            <a:off x="729627" y="3172900"/>
            <a:ext cx="7688100" cy="5412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SzPts val="1600"/>
              <a:buNone/>
              <a:defRPr sz="1600"/>
            </a:lvl1pPr>
            <a:lvl2pPr lvl="1">
              <a:lnSpc>
                <a:spcPct val="100000"/>
              </a:lnSpc>
              <a:spcBef>
                <a:spcPts val="0"/>
              </a:spcBef>
              <a:spcAft>
                <a:spcPts val="0"/>
              </a:spcAft>
              <a:buSzPts val="1600"/>
              <a:buNone/>
              <a:defRPr sz="1600"/>
            </a:lvl2pPr>
            <a:lvl3pPr lvl="2">
              <a:lnSpc>
                <a:spcPct val="100000"/>
              </a:lnSpc>
              <a:spcBef>
                <a:spcPts val="0"/>
              </a:spcBef>
              <a:spcAft>
                <a:spcPts val="0"/>
              </a:spcAft>
              <a:buSzPts val="1600"/>
              <a:buNone/>
              <a:defRPr sz="1600"/>
            </a:lvl3pPr>
            <a:lvl4pPr lvl="3">
              <a:lnSpc>
                <a:spcPct val="100000"/>
              </a:lnSpc>
              <a:spcBef>
                <a:spcPts val="0"/>
              </a:spcBef>
              <a:spcAft>
                <a:spcPts val="0"/>
              </a:spcAft>
              <a:buSzPts val="1600"/>
              <a:buNone/>
              <a:defRPr sz="1600"/>
            </a:lvl4pPr>
            <a:lvl5pPr lvl="4">
              <a:lnSpc>
                <a:spcPct val="100000"/>
              </a:lnSpc>
              <a:spcBef>
                <a:spcPts val="0"/>
              </a:spcBef>
              <a:spcAft>
                <a:spcPts val="0"/>
              </a:spcAft>
              <a:buSzPts val="1600"/>
              <a:buNone/>
              <a:defRPr sz="1600"/>
            </a:lvl5pPr>
            <a:lvl6pPr lvl="5">
              <a:lnSpc>
                <a:spcPct val="100000"/>
              </a:lnSpc>
              <a:spcBef>
                <a:spcPts val="0"/>
              </a:spcBef>
              <a:spcAft>
                <a:spcPts val="0"/>
              </a:spcAft>
              <a:buSzPts val="1600"/>
              <a:buNone/>
              <a:defRPr sz="1600"/>
            </a:lvl6pPr>
            <a:lvl7pPr lvl="6">
              <a:lnSpc>
                <a:spcPct val="100000"/>
              </a:lnSpc>
              <a:spcBef>
                <a:spcPts val="0"/>
              </a:spcBef>
              <a:spcAft>
                <a:spcPts val="0"/>
              </a:spcAft>
              <a:buSzPts val="1600"/>
              <a:buNone/>
              <a:defRPr sz="1600"/>
            </a:lvl7pPr>
            <a:lvl8pPr lvl="7">
              <a:lnSpc>
                <a:spcPct val="100000"/>
              </a:lnSpc>
              <a:spcBef>
                <a:spcPts val="0"/>
              </a:spcBef>
              <a:spcAft>
                <a:spcPts val="0"/>
              </a:spcAft>
              <a:buSzPts val="1600"/>
              <a:buNone/>
              <a:defRPr sz="1600"/>
            </a:lvl8pPr>
            <a:lvl9pPr lvl="8">
              <a:lnSpc>
                <a:spcPct val="100000"/>
              </a:lnSpc>
              <a:spcBef>
                <a:spcPts val="0"/>
              </a:spcBef>
              <a:spcAft>
                <a:spcPts val="0"/>
              </a:spcAft>
              <a:buSzPts val="1600"/>
              <a:buNone/>
              <a:defRPr sz="1600"/>
            </a:lvl9pPr>
          </a:lstStyle>
          <a:p/>
        </p:txBody>
      </p:sp>
      <p:sp>
        <p:nvSpPr>
          <p:cNvPr id="16" name="Google Shape;16;p2"/>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chemeClr val="dk1"/>
        </a:solidFill>
      </p:bgPr>
    </p:bg>
    <p:spTree>
      <p:nvGrpSpPr>
        <p:cNvPr id="17" name="Shape 17"/>
        <p:cNvGrpSpPr/>
        <p:nvPr/>
      </p:nvGrpSpPr>
      <p:grpSpPr>
        <a:xfrm>
          <a:off x="0" y="0"/>
          <a:ext cx="0" cy="0"/>
          <a:chOff x="0" y="0"/>
          <a:chExt cx="0" cy="0"/>
        </a:xfrm>
      </p:grpSpPr>
      <p:grpSp>
        <p:nvGrpSpPr>
          <p:cNvPr id="18" name="Google Shape;18;p3"/>
          <p:cNvGrpSpPr/>
          <p:nvPr/>
        </p:nvGrpSpPr>
        <p:grpSpPr>
          <a:xfrm>
            <a:off x="830392" y="1191256"/>
            <a:ext cx="745763" cy="45826"/>
            <a:chOff x="4580561" y="2589004"/>
            <a:chExt cx="1064464" cy="25200"/>
          </a:xfrm>
        </p:grpSpPr>
        <p:sp>
          <p:nvSpPr>
            <p:cNvPr id="19" name="Google Shape;19;p3"/>
            <p:cNvSpPr/>
            <p:nvPr/>
          </p:nvSpPr>
          <p:spPr>
            <a:xfrm rot="-5400000">
              <a:off x="5366325" y="2335504"/>
              <a:ext cx="25200" cy="5322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 name="Google Shape;20;p3"/>
            <p:cNvSpPr/>
            <p:nvPr/>
          </p:nvSpPr>
          <p:spPr>
            <a:xfrm rot="-5400000">
              <a:off x="4836311" y="2333254"/>
              <a:ext cx="25200" cy="5367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1" name="Google Shape;21;p3"/>
          <p:cNvSpPr txBox="1"/>
          <p:nvPr>
            <p:ph type="title"/>
          </p:nvPr>
        </p:nvSpPr>
        <p:spPr>
          <a:xfrm>
            <a:off x="729450" y="1322450"/>
            <a:ext cx="7688400" cy="1518600"/>
          </a:xfrm>
          <a:prstGeom prst="rect">
            <a:avLst/>
          </a:prstGeom>
        </p:spPr>
        <p:txBody>
          <a:bodyPr anchorCtr="0" anchor="t" bIns="91425" lIns="91425" spcFirstLastPara="1" rIns="91425" wrap="square" tIns="91425">
            <a:normAutofit/>
          </a:bodyPr>
          <a:lstStyle>
            <a:lvl1pPr lvl="0">
              <a:spcBef>
                <a:spcPts val="0"/>
              </a:spcBef>
              <a:spcAft>
                <a:spcPts val="0"/>
              </a:spcAft>
              <a:buClr>
                <a:schemeClr val="lt1"/>
              </a:buClr>
              <a:buSzPts val="3600"/>
              <a:buNone/>
              <a:defRPr sz="3600">
                <a:solidFill>
                  <a:schemeClr val="lt1"/>
                </a:solidFill>
              </a:defRPr>
            </a:lvl1pPr>
            <a:lvl2pPr lvl="1">
              <a:spcBef>
                <a:spcPts val="0"/>
              </a:spcBef>
              <a:spcAft>
                <a:spcPts val="0"/>
              </a:spcAft>
              <a:buClr>
                <a:schemeClr val="lt1"/>
              </a:buClr>
              <a:buSzPts val="3600"/>
              <a:buNone/>
              <a:defRPr sz="3600">
                <a:solidFill>
                  <a:schemeClr val="lt1"/>
                </a:solidFill>
              </a:defRPr>
            </a:lvl2pPr>
            <a:lvl3pPr lvl="2">
              <a:spcBef>
                <a:spcPts val="0"/>
              </a:spcBef>
              <a:spcAft>
                <a:spcPts val="0"/>
              </a:spcAft>
              <a:buClr>
                <a:schemeClr val="lt1"/>
              </a:buClr>
              <a:buSzPts val="3600"/>
              <a:buNone/>
              <a:defRPr sz="3600">
                <a:solidFill>
                  <a:schemeClr val="lt1"/>
                </a:solidFill>
              </a:defRPr>
            </a:lvl3pPr>
            <a:lvl4pPr lvl="3">
              <a:spcBef>
                <a:spcPts val="0"/>
              </a:spcBef>
              <a:spcAft>
                <a:spcPts val="0"/>
              </a:spcAft>
              <a:buClr>
                <a:schemeClr val="lt1"/>
              </a:buClr>
              <a:buSzPts val="3600"/>
              <a:buNone/>
              <a:defRPr sz="3600">
                <a:solidFill>
                  <a:schemeClr val="lt1"/>
                </a:solidFill>
              </a:defRPr>
            </a:lvl4pPr>
            <a:lvl5pPr lvl="4">
              <a:spcBef>
                <a:spcPts val="0"/>
              </a:spcBef>
              <a:spcAft>
                <a:spcPts val="0"/>
              </a:spcAft>
              <a:buClr>
                <a:schemeClr val="lt1"/>
              </a:buClr>
              <a:buSzPts val="3600"/>
              <a:buNone/>
              <a:defRPr sz="3600">
                <a:solidFill>
                  <a:schemeClr val="lt1"/>
                </a:solidFill>
              </a:defRPr>
            </a:lvl5pPr>
            <a:lvl6pPr lvl="5">
              <a:spcBef>
                <a:spcPts val="0"/>
              </a:spcBef>
              <a:spcAft>
                <a:spcPts val="0"/>
              </a:spcAft>
              <a:buClr>
                <a:schemeClr val="lt1"/>
              </a:buClr>
              <a:buSzPts val="3600"/>
              <a:buNone/>
              <a:defRPr sz="3600">
                <a:solidFill>
                  <a:schemeClr val="lt1"/>
                </a:solidFill>
              </a:defRPr>
            </a:lvl6pPr>
            <a:lvl7pPr lvl="6">
              <a:spcBef>
                <a:spcPts val="0"/>
              </a:spcBef>
              <a:spcAft>
                <a:spcPts val="0"/>
              </a:spcAft>
              <a:buClr>
                <a:schemeClr val="lt1"/>
              </a:buClr>
              <a:buSzPts val="3600"/>
              <a:buNone/>
              <a:defRPr sz="3600">
                <a:solidFill>
                  <a:schemeClr val="lt1"/>
                </a:solidFill>
              </a:defRPr>
            </a:lvl7pPr>
            <a:lvl8pPr lvl="7">
              <a:spcBef>
                <a:spcPts val="0"/>
              </a:spcBef>
              <a:spcAft>
                <a:spcPts val="0"/>
              </a:spcAft>
              <a:buClr>
                <a:schemeClr val="lt1"/>
              </a:buClr>
              <a:buSzPts val="3600"/>
              <a:buNone/>
              <a:defRPr sz="3600">
                <a:solidFill>
                  <a:schemeClr val="lt1"/>
                </a:solidFill>
              </a:defRPr>
            </a:lvl8pPr>
            <a:lvl9pPr lvl="8">
              <a:spcBef>
                <a:spcPts val="0"/>
              </a:spcBef>
              <a:spcAft>
                <a:spcPts val="0"/>
              </a:spcAft>
              <a:buClr>
                <a:schemeClr val="lt1"/>
              </a:buClr>
              <a:buSzPts val="3600"/>
              <a:buNone/>
              <a:defRPr sz="3600">
                <a:solidFill>
                  <a:schemeClr val="lt1"/>
                </a:solidFill>
              </a:defRPr>
            </a:lvl9pPr>
          </a:lstStyle>
          <a:p/>
        </p:txBody>
      </p:sp>
      <p:sp>
        <p:nvSpPr>
          <p:cNvPr id="22" name="Google Shape;22;p3"/>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23" name="Shape 23"/>
        <p:cNvGrpSpPr/>
        <p:nvPr/>
      </p:nvGrpSpPr>
      <p:grpSpPr>
        <a:xfrm>
          <a:off x="0" y="0"/>
          <a:ext cx="0" cy="0"/>
          <a:chOff x="0" y="0"/>
          <a:chExt cx="0" cy="0"/>
        </a:xfrm>
      </p:grpSpPr>
      <p:sp>
        <p:nvSpPr>
          <p:cNvPr id="24" name="Google Shape;24;p4"/>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5" name="Google Shape;25;p4"/>
          <p:cNvGrpSpPr/>
          <p:nvPr/>
        </p:nvGrpSpPr>
        <p:grpSpPr>
          <a:xfrm>
            <a:off x="830392" y="1191256"/>
            <a:ext cx="745763" cy="45826"/>
            <a:chOff x="4580561" y="2589004"/>
            <a:chExt cx="1064464" cy="25200"/>
          </a:xfrm>
        </p:grpSpPr>
        <p:sp>
          <p:nvSpPr>
            <p:cNvPr id="26" name="Google Shape;26;p4"/>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 name="Google Shape;27;p4"/>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8" name="Google Shape;28;p4"/>
          <p:cNvSpPr txBox="1"/>
          <p:nvPr>
            <p:ph type="title"/>
          </p:nvPr>
        </p:nvSpPr>
        <p:spPr>
          <a:xfrm>
            <a:off x="729450" y="1318650"/>
            <a:ext cx="7688700" cy="535200"/>
          </a:xfrm>
          <a:prstGeom prst="rect">
            <a:avLst/>
          </a:prstGeom>
        </p:spPr>
        <p:txBody>
          <a:bodyPr anchorCtr="0" anchor="t" bIns="91425" lIns="91425" spcFirstLastPara="1" rIns="91425" wrap="square" tIns="91425">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p:txBody>
      </p:sp>
      <p:sp>
        <p:nvSpPr>
          <p:cNvPr id="29" name="Google Shape;29;p4"/>
          <p:cNvSpPr txBox="1"/>
          <p:nvPr>
            <p:ph idx="1" type="body"/>
          </p:nvPr>
        </p:nvSpPr>
        <p:spPr>
          <a:xfrm>
            <a:off x="729450" y="2078875"/>
            <a:ext cx="7688700" cy="22611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30" name="Google Shape;30;p4"/>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31" name="Shape 31"/>
        <p:cNvGrpSpPr/>
        <p:nvPr/>
      </p:nvGrpSpPr>
      <p:grpSpPr>
        <a:xfrm>
          <a:off x="0" y="0"/>
          <a:ext cx="0" cy="0"/>
          <a:chOff x="0" y="0"/>
          <a:chExt cx="0" cy="0"/>
        </a:xfrm>
      </p:grpSpPr>
      <p:sp>
        <p:nvSpPr>
          <p:cNvPr id="32" name="Google Shape;32;p5"/>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3" name="Google Shape;33;p5"/>
          <p:cNvGrpSpPr/>
          <p:nvPr/>
        </p:nvGrpSpPr>
        <p:grpSpPr>
          <a:xfrm>
            <a:off x="830392" y="1191256"/>
            <a:ext cx="745763" cy="45826"/>
            <a:chOff x="4580561" y="2589004"/>
            <a:chExt cx="1064464" cy="25200"/>
          </a:xfrm>
        </p:grpSpPr>
        <p:sp>
          <p:nvSpPr>
            <p:cNvPr id="34" name="Google Shape;34;p5"/>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 name="Google Shape;35;p5"/>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6" name="Google Shape;36;p5"/>
          <p:cNvSpPr txBox="1"/>
          <p:nvPr>
            <p:ph type="title"/>
          </p:nvPr>
        </p:nvSpPr>
        <p:spPr>
          <a:xfrm>
            <a:off x="729450" y="1318650"/>
            <a:ext cx="7688400" cy="535200"/>
          </a:xfrm>
          <a:prstGeom prst="rect">
            <a:avLst/>
          </a:prstGeom>
        </p:spPr>
        <p:txBody>
          <a:bodyPr anchorCtr="0" anchor="t" bIns="91425" lIns="91425" spcFirstLastPara="1" rIns="91425" wrap="square" tIns="91425">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p:txBody>
      </p:sp>
      <p:sp>
        <p:nvSpPr>
          <p:cNvPr id="37" name="Google Shape;37;p5"/>
          <p:cNvSpPr txBox="1"/>
          <p:nvPr>
            <p:ph idx="1" type="body"/>
          </p:nvPr>
        </p:nvSpPr>
        <p:spPr>
          <a:xfrm>
            <a:off x="729325" y="2078875"/>
            <a:ext cx="3774300" cy="22611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38" name="Google Shape;38;p5"/>
          <p:cNvSpPr txBox="1"/>
          <p:nvPr>
            <p:ph idx="2" type="body"/>
          </p:nvPr>
        </p:nvSpPr>
        <p:spPr>
          <a:xfrm>
            <a:off x="4643604" y="2078875"/>
            <a:ext cx="3774300" cy="22611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39" name="Google Shape;39;p5"/>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0" name="Shape 40"/>
        <p:cNvGrpSpPr/>
        <p:nvPr/>
      </p:nvGrpSpPr>
      <p:grpSpPr>
        <a:xfrm>
          <a:off x="0" y="0"/>
          <a:ext cx="0" cy="0"/>
          <a:chOff x="0" y="0"/>
          <a:chExt cx="0" cy="0"/>
        </a:xfrm>
      </p:grpSpPr>
      <p:sp>
        <p:nvSpPr>
          <p:cNvPr id="41" name="Google Shape;41;p6"/>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2" name="Google Shape;42;p6"/>
          <p:cNvGrpSpPr/>
          <p:nvPr/>
        </p:nvGrpSpPr>
        <p:grpSpPr>
          <a:xfrm>
            <a:off x="830392" y="1191256"/>
            <a:ext cx="745763" cy="45826"/>
            <a:chOff x="4580561" y="2589004"/>
            <a:chExt cx="1064464" cy="25200"/>
          </a:xfrm>
        </p:grpSpPr>
        <p:sp>
          <p:nvSpPr>
            <p:cNvPr id="43" name="Google Shape;43;p6"/>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 name="Google Shape;44;p6"/>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5" name="Google Shape;45;p6"/>
          <p:cNvSpPr txBox="1"/>
          <p:nvPr>
            <p:ph type="title"/>
          </p:nvPr>
        </p:nvSpPr>
        <p:spPr>
          <a:xfrm>
            <a:off x="729450" y="1318650"/>
            <a:ext cx="7688400" cy="535200"/>
          </a:xfrm>
          <a:prstGeom prst="rect">
            <a:avLst/>
          </a:prstGeom>
        </p:spPr>
        <p:txBody>
          <a:bodyPr anchorCtr="0" anchor="t" bIns="91425" lIns="91425" spcFirstLastPara="1" rIns="91425" wrap="square" tIns="91425">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p:txBody>
      </p:sp>
      <p:sp>
        <p:nvSpPr>
          <p:cNvPr id="46" name="Google Shape;46;p6"/>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47" name="Shape 47"/>
        <p:cNvGrpSpPr/>
        <p:nvPr/>
      </p:nvGrpSpPr>
      <p:grpSpPr>
        <a:xfrm>
          <a:off x="0" y="0"/>
          <a:ext cx="0" cy="0"/>
          <a:chOff x="0" y="0"/>
          <a:chExt cx="0" cy="0"/>
        </a:xfrm>
      </p:grpSpPr>
      <p:sp>
        <p:nvSpPr>
          <p:cNvPr id="48" name="Google Shape;48;p7"/>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9" name="Google Shape;49;p7"/>
          <p:cNvGrpSpPr/>
          <p:nvPr/>
        </p:nvGrpSpPr>
        <p:grpSpPr>
          <a:xfrm>
            <a:off x="830392" y="1191256"/>
            <a:ext cx="745763" cy="45826"/>
            <a:chOff x="4580561" y="2589004"/>
            <a:chExt cx="1064464" cy="25200"/>
          </a:xfrm>
        </p:grpSpPr>
        <p:sp>
          <p:nvSpPr>
            <p:cNvPr id="50" name="Google Shape;50;p7"/>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 name="Google Shape;51;p7"/>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2" name="Google Shape;52;p7"/>
          <p:cNvSpPr txBox="1"/>
          <p:nvPr>
            <p:ph type="title"/>
          </p:nvPr>
        </p:nvSpPr>
        <p:spPr>
          <a:xfrm>
            <a:off x="730000" y="1318650"/>
            <a:ext cx="3300900" cy="1381500"/>
          </a:xfrm>
          <a:prstGeom prst="rect">
            <a:avLst/>
          </a:prstGeom>
        </p:spPr>
        <p:txBody>
          <a:bodyPr anchorCtr="0" anchor="t" bIns="91425" lIns="91425" spcFirstLastPara="1" rIns="91425" wrap="square" tIns="91425">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p:txBody>
      </p:sp>
      <p:sp>
        <p:nvSpPr>
          <p:cNvPr id="53" name="Google Shape;53;p7"/>
          <p:cNvSpPr txBox="1"/>
          <p:nvPr>
            <p:ph idx="1" type="body"/>
          </p:nvPr>
        </p:nvSpPr>
        <p:spPr>
          <a:xfrm>
            <a:off x="721225" y="2781725"/>
            <a:ext cx="3300900" cy="15975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54" name="Google Shape;54;p7"/>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accent3"/>
        </a:solidFill>
      </p:bgPr>
    </p:bg>
    <p:spTree>
      <p:nvGrpSpPr>
        <p:cNvPr id="55" name="Shape 55"/>
        <p:cNvGrpSpPr/>
        <p:nvPr/>
      </p:nvGrpSpPr>
      <p:grpSpPr>
        <a:xfrm>
          <a:off x="0" y="0"/>
          <a:ext cx="0" cy="0"/>
          <a:chOff x="0" y="0"/>
          <a:chExt cx="0" cy="0"/>
        </a:xfrm>
      </p:grpSpPr>
      <p:grpSp>
        <p:nvGrpSpPr>
          <p:cNvPr id="56" name="Google Shape;56;p8"/>
          <p:cNvGrpSpPr/>
          <p:nvPr/>
        </p:nvGrpSpPr>
        <p:grpSpPr>
          <a:xfrm>
            <a:off x="830392" y="4169130"/>
            <a:ext cx="745763" cy="45826"/>
            <a:chOff x="4580561" y="2589004"/>
            <a:chExt cx="1064464" cy="25200"/>
          </a:xfrm>
        </p:grpSpPr>
        <p:sp>
          <p:nvSpPr>
            <p:cNvPr id="57" name="Google Shape;57;p8"/>
            <p:cNvSpPr/>
            <p:nvPr/>
          </p:nvSpPr>
          <p:spPr>
            <a:xfrm rot="-5400000">
              <a:off x="5366325" y="2335504"/>
              <a:ext cx="25200" cy="5322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 name="Google Shape;58;p8"/>
            <p:cNvSpPr/>
            <p:nvPr/>
          </p:nvSpPr>
          <p:spPr>
            <a:xfrm rot="-5400000">
              <a:off x="4836311" y="2333254"/>
              <a:ext cx="25200" cy="5367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9" name="Google Shape;59;p8"/>
          <p:cNvSpPr txBox="1"/>
          <p:nvPr>
            <p:ph type="title"/>
          </p:nvPr>
        </p:nvSpPr>
        <p:spPr>
          <a:xfrm>
            <a:off x="729450" y="864300"/>
            <a:ext cx="7021200" cy="2985000"/>
          </a:xfrm>
          <a:prstGeom prst="rect">
            <a:avLst/>
          </a:prstGeom>
        </p:spPr>
        <p:txBody>
          <a:bodyPr anchorCtr="0" anchor="ctr" bIns="91425" lIns="91425" spcFirstLastPara="1" rIns="91425" wrap="square" tIns="91425">
            <a:normAutofit/>
          </a:bodyPr>
          <a:lstStyle>
            <a:lvl1pPr lvl="0">
              <a:spcBef>
                <a:spcPts val="0"/>
              </a:spcBef>
              <a:spcAft>
                <a:spcPts val="0"/>
              </a:spcAft>
              <a:buClr>
                <a:schemeClr val="lt1"/>
              </a:buClr>
              <a:buSzPts val="3600"/>
              <a:buNone/>
              <a:defRPr sz="3600">
                <a:solidFill>
                  <a:schemeClr val="lt1"/>
                </a:solidFill>
              </a:defRPr>
            </a:lvl1pPr>
            <a:lvl2pPr lvl="1">
              <a:spcBef>
                <a:spcPts val="0"/>
              </a:spcBef>
              <a:spcAft>
                <a:spcPts val="0"/>
              </a:spcAft>
              <a:buClr>
                <a:schemeClr val="lt1"/>
              </a:buClr>
              <a:buSzPts val="3600"/>
              <a:buNone/>
              <a:defRPr sz="3600">
                <a:solidFill>
                  <a:schemeClr val="lt1"/>
                </a:solidFill>
              </a:defRPr>
            </a:lvl2pPr>
            <a:lvl3pPr lvl="2">
              <a:spcBef>
                <a:spcPts val="0"/>
              </a:spcBef>
              <a:spcAft>
                <a:spcPts val="0"/>
              </a:spcAft>
              <a:buClr>
                <a:schemeClr val="lt1"/>
              </a:buClr>
              <a:buSzPts val="3600"/>
              <a:buNone/>
              <a:defRPr sz="3600">
                <a:solidFill>
                  <a:schemeClr val="lt1"/>
                </a:solidFill>
              </a:defRPr>
            </a:lvl3pPr>
            <a:lvl4pPr lvl="3">
              <a:spcBef>
                <a:spcPts val="0"/>
              </a:spcBef>
              <a:spcAft>
                <a:spcPts val="0"/>
              </a:spcAft>
              <a:buClr>
                <a:schemeClr val="lt1"/>
              </a:buClr>
              <a:buSzPts val="3600"/>
              <a:buNone/>
              <a:defRPr sz="3600">
                <a:solidFill>
                  <a:schemeClr val="lt1"/>
                </a:solidFill>
              </a:defRPr>
            </a:lvl4pPr>
            <a:lvl5pPr lvl="4">
              <a:spcBef>
                <a:spcPts val="0"/>
              </a:spcBef>
              <a:spcAft>
                <a:spcPts val="0"/>
              </a:spcAft>
              <a:buClr>
                <a:schemeClr val="lt1"/>
              </a:buClr>
              <a:buSzPts val="3600"/>
              <a:buNone/>
              <a:defRPr sz="3600">
                <a:solidFill>
                  <a:schemeClr val="lt1"/>
                </a:solidFill>
              </a:defRPr>
            </a:lvl5pPr>
            <a:lvl6pPr lvl="5">
              <a:spcBef>
                <a:spcPts val="0"/>
              </a:spcBef>
              <a:spcAft>
                <a:spcPts val="0"/>
              </a:spcAft>
              <a:buClr>
                <a:schemeClr val="lt1"/>
              </a:buClr>
              <a:buSzPts val="3600"/>
              <a:buNone/>
              <a:defRPr sz="3600">
                <a:solidFill>
                  <a:schemeClr val="lt1"/>
                </a:solidFill>
              </a:defRPr>
            </a:lvl6pPr>
            <a:lvl7pPr lvl="6">
              <a:spcBef>
                <a:spcPts val="0"/>
              </a:spcBef>
              <a:spcAft>
                <a:spcPts val="0"/>
              </a:spcAft>
              <a:buClr>
                <a:schemeClr val="lt1"/>
              </a:buClr>
              <a:buSzPts val="3600"/>
              <a:buNone/>
              <a:defRPr sz="3600">
                <a:solidFill>
                  <a:schemeClr val="lt1"/>
                </a:solidFill>
              </a:defRPr>
            </a:lvl7pPr>
            <a:lvl8pPr lvl="7">
              <a:spcBef>
                <a:spcPts val="0"/>
              </a:spcBef>
              <a:spcAft>
                <a:spcPts val="0"/>
              </a:spcAft>
              <a:buClr>
                <a:schemeClr val="lt1"/>
              </a:buClr>
              <a:buSzPts val="3600"/>
              <a:buNone/>
              <a:defRPr sz="3600">
                <a:solidFill>
                  <a:schemeClr val="lt1"/>
                </a:solidFill>
              </a:defRPr>
            </a:lvl8pPr>
            <a:lvl9pPr lvl="8">
              <a:spcBef>
                <a:spcPts val="0"/>
              </a:spcBef>
              <a:spcAft>
                <a:spcPts val="0"/>
              </a:spcAft>
              <a:buClr>
                <a:schemeClr val="lt1"/>
              </a:buClr>
              <a:buSzPts val="3600"/>
              <a:buNone/>
              <a:defRPr sz="3600">
                <a:solidFill>
                  <a:schemeClr val="lt1"/>
                </a:solidFill>
              </a:defRPr>
            </a:lvl9pPr>
          </a:lstStyle>
          <a:p/>
        </p:txBody>
      </p:sp>
      <p:sp>
        <p:nvSpPr>
          <p:cNvPr id="60" name="Google Shape;60;p8"/>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61" name="Shape 61"/>
        <p:cNvGrpSpPr/>
        <p:nvPr/>
      </p:nvGrpSpPr>
      <p:grpSpPr>
        <a:xfrm>
          <a:off x="0" y="0"/>
          <a:ext cx="0" cy="0"/>
          <a:chOff x="0" y="0"/>
          <a:chExt cx="0" cy="0"/>
        </a:xfrm>
      </p:grpSpPr>
      <p:sp>
        <p:nvSpPr>
          <p:cNvPr id="62" name="Google Shape;62;p9"/>
          <p:cNvSpPr/>
          <p:nvPr/>
        </p:nvSpPr>
        <p:spPr>
          <a:xfrm>
            <a:off x="0" y="0"/>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63" name="Google Shape;63;p9"/>
          <p:cNvGrpSpPr/>
          <p:nvPr/>
        </p:nvGrpSpPr>
        <p:grpSpPr>
          <a:xfrm>
            <a:off x="830392" y="1191256"/>
            <a:ext cx="745763" cy="45826"/>
            <a:chOff x="4580561" y="2589004"/>
            <a:chExt cx="1064464" cy="25200"/>
          </a:xfrm>
        </p:grpSpPr>
        <p:sp>
          <p:nvSpPr>
            <p:cNvPr id="64" name="Google Shape;64;p9"/>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 name="Google Shape;65;p9"/>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66" name="Google Shape;66;p9"/>
          <p:cNvSpPr txBox="1"/>
          <p:nvPr>
            <p:ph type="title"/>
          </p:nvPr>
        </p:nvSpPr>
        <p:spPr>
          <a:xfrm>
            <a:off x="730000" y="1318650"/>
            <a:ext cx="3300900" cy="1687200"/>
          </a:xfrm>
          <a:prstGeom prst="rect">
            <a:avLst/>
          </a:prstGeom>
        </p:spPr>
        <p:txBody>
          <a:bodyPr anchorCtr="0" anchor="t" bIns="91425" lIns="91425" spcFirstLastPara="1" rIns="91425" wrap="square" tIns="91425">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p:txBody>
      </p:sp>
      <p:sp>
        <p:nvSpPr>
          <p:cNvPr id="67" name="Google Shape;67;p9"/>
          <p:cNvSpPr txBox="1"/>
          <p:nvPr>
            <p:ph idx="1" type="subTitle"/>
          </p:nvPr>
        </p:nvSpPr>
        <p:spPr>
          <a:xfrm>
            <a:off x="724950" y="3161525"/>
            <a:ext cx="3300900" cy="7590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SzPts val="1600"/>
              <a:buNone/>
              <a:defRPr sz="1600"/>
            </a:lvl1pPr>
            <a:lvl2pPr lvl="1">
              <a:lnSpc>
                <a:spcPct val="100000"/>
              </a:lnSpc>
              <a:spcBef>
                <a:spcPts val="0"/>
              </a:spcBef>
              <a:spcAft>
                <a:spcPts val="0"/>
              </a:spcAft>
              <a:buSzPts val="1600"/>
              <a:buNone/>
              <a:defRPr sz="1600"/>
            </a:lvl2pPr>
            <a:lvl3pPr lvl="2">
              <a:lnSpc>
                <a:spcPct val="100000"/>
              </a:lnSpc>
              <a:spcBef>
                <a:spcPts val="0"/>
              </a:spcBef>
              <a:spcAft>
                <a:spcPts val="0"/>
              </a:spcAft>
              <a:buSzPts val="1600"/>
              <a:buNone/>
              <a:defRPr sz="1600"/>
            </a:lvl3pPr>
            <a:lvl4pPr lvl="3">
              <a:lnSpc>
                <a:spcPct val="100000"/>
              </a:lnSpc>
              <a:spcBef>
                <a:spcPts val="0"/>
              </a:spcBef>
              <a:spcAft>
                <a:spcPts val="0"/>
              </a:spcAft>
              <a:buSzPts val="1600"/>
              <a:buNone/>
              <a:defRPr sz="1600"/>
            </a:lvl4pPr>
            <a:lvl5pPr lvl="4">
              <a:lnSpc>
                <a:spcPct val="100000"/>
              </a:lnSpc>
              <a:spcBef>
                <a:spcPts val="0"/>
              </a:spcBef>
              <a:spcAft>
                <a:spcPts val="0"/>
              </a:spcAft>
              <a:buSzPts val="1600"/>
              <a:buNone/>
              <a:defRPr sz="1600"/>
            </a:lvl5pPr>
            <a:lvl6pPr lvl="5">
              <a:lnSpc>
                <a:spcPct val="100000"/>
              </a:lnSpc>
              <a:spcBef>
                <a:spcPts val="0"/>
              </a:spcBef>
              <a:spcAft>
                <a:spcPts val="0"/>
              </a:spcAft>
              <a:buSzPts val="1600"/>
              <a:buNone/>
              <a:defRPr sz="1600"/>
            </a:lvl6pPr>
            <a:lvl7pPr lvl="6">
              <a:lnSpc>
                <a:spcPct val="100000"/>
              </a:lnSpc>
              <a:spcBef>
                <a:spcPts val="0"/>
              </a:spcBef>
              <a:spcAft>
                <a:spcPts val="0"/>
              </a:spcAft>
              <a:buSzPts val="1600"/>
              <a:buNone/>
              <a:defRPr sz="1600"/>
            </a:lvl7pPr>
            <a:lvl8pPr lvl="7">
              <a:lnSpc>
                <a:spcPct val="100000"/>
              </a:lnSpc>
              <a:spcBef>
                <a:spcPts val="0"/>
              </a:spcBef>
              <a:spcAft>
                <a:spcPts val="0"/>
              </a:spcAft>
              <a:buSzPts val="1600"/>
              <a:buNone/>
              <a:defRPr sz="1600"/>
            </a:lvl8pPr>
            <a:lvl9pPr lvl="8">
              <a:lnSpc>
                <a:spcPct val="100000"/>
              </a:lnSpc>
              <a:spcBef>
                <a:spcPts val="0"/>
              </a:spcBef>
              <a:spcAft>
                <a:spcPts val="0"/>
              </a:spcAft>
              <a:buSzPts val="1600"/>
              <a:buNone/>
              <a:defRPr sz="1600"/>
            </a:lvl9pPr>
          </a:lstStyle>
          <a:p/>
        </p:txBody>
      </p:sp>
      <p:sp>
        <p:nvSpPr>
          <p:cNvPr id="68" name="Google Shape;68;p9"/>
          <p:cNvSpPr txBox="1"/>
          <p:nvPr>
            <p:ph idx="2" type="body"/>
          </p:nvPr>
        </p:nvSpPr>
        <p:spPr>
          <a:xfrm>
            <a:off x="5174225" y="1352625"/>
            <a:ext cx="3374400" cy="30255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69" name="Google Shape;69;p9"/>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70" name="Shape 70"/>
        <p:cNvGrpSpPr/>
        <p:nvPr/>
      </p:nvGrpSpPr>
      <p:grpSpPr>
        <a:xfrm>
          <a:off x="0" y="0"/>
          <a:ext cx="0" cy="0"/>
          <a:chOff x="0" y="0"/>
          <a:chExt cx="0" cy="0"/>
        </a:xfrm>
      </p:grpSpPr>
      <p:sp>
        <p:nvSpPr>
          <p:cNvPr id="71" name="Google Shape;71;p10"/>
          <p:cNvSpPr txBox="1"/>
          <p:nvPr>
            <p:ph idx="1" type="body"/>
          </p:nvPr>
        </p:nvSpPr>
        <p:spPr>
          <a:xfrm>
            <a:off x="724950" y="4372551"/>
            <a:ext cx="7697400" cy="4605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300"/>
              <a:buNone/>
              <a:defRPr/>
            </a:lvl1pPr>
          </a:lstStyle>
          <a:p/>
        </p:txBody>
      </p:sp>
      <p:sp>
        <p:nvSpPr>
          <p:cNvPr id="72" name="Google Shape;72;p10"/>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bg>
      <p:bgPr>
        <a:solidFill>
          <a:schemeClr val="dk1"/>
        </a:solidFill>
      </p:bgPr>
    </p:bg>
    <p:spTree>
      <p:nvGrpSpPr>
        <p:cNvPr id="73" name="Shape 73"/>
        <p:cNvGrpSpPr/>
        <p:nvPr/>
      </p:nvGrpSpPr>
      <p:grpSpPr>
        <a:xfrm>
          <a:off x="0" y="0"/>
          <a:ext cx="0" cy="0"/>
          <a:chOff x="0" y="0"/>
          <a:chExt cx="0" cy="0"/>
        </a:xfrm>
      </p:grpSpPr>
      <p:grpSp>
        <p:nvGrpSpPr>
          <p:cNvPr id="74" name="Google Shape;74;p11"/>
          <p:cNvGrpSpPr/>
          <p:nvPr/>
        </p:nvGrpSpPr>
        <p:grpSpPr>
          <a:xfrm>
            <a:off x="830392" y="4169130"/>
            <a:ext cx="745763" cy="45826"/>
            <a:chOff x="4580561" y="2589004"/>
            <a:chExt cx="1064464" cy="25200"/>
          </a:xfrm>
        </p:grpSpPr>
        <p:sp>
          <p:nvSpPr>
            <p:cNvPr id="75" name="Google Shape;75;p11"/>
            <p:cNvSpPr/>
            <p:nvPr/>
          </p:nvSpPr>
          <p:spPr>
            <a:xfrm rot="-5400000">
              <a:off x="5366325" y="2335504"/>
              <a:ext cx="25200" cy="5322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 name="Google Shape;76;p11"/>
            <p:cNvSpPr/>
            <p:nvPr/>
          </p:nvSpPr>
          <p:spPr>
            <a:xfrm rot="-5400000">
              <a:off x="4836311" y="2333254"/>
              <a:ext cx="25200" cy="5367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77" name="Google Shape;77;p11"/>
          <p:cNvSpPr txBox="1"/>
          <p:nvPr>
            <p:ph hasCustomPrompt="1" type="title"/>
          </p:nvPr>
        </p:nvSpPr>
        <p:spPr>
          <a:xfrm>
            <a:off x="729450" y="733950"/>
            <a:ext cx="7688400" cy="1244700"/>
          </a:xfrm>
          <a:prstGeom prst="rect">
            <a:avLst/>
          </a:prstGeom>
        </p:spPr>
        <p:txBody>
          <a:bodyPr anchorCtr="0" anchor="t" bIns="91425" lIns="91425" spcFirstLastPara="1" rIns="91425" wrap="square" tIns="91425">
            <a:normAutofit/>
          </a:bodyPr>
          <a:lstStyle>
            <a:lvl1pPr lvl="0">
              <a:spcBef>
                <a:spcPts val="0"/>
              </a:spcBef>
              <a:spcAft>
                <a:spcPts val="0"/>
              </a:spcAft>
              <a:buClr>
                <a:schemeClr val="lt1"/>
              </a:buClr>
              <a:buSzPts val="8000"/>
              <a:buNone/>
              <a:defRPr sz="8000">
                <a:solidFill>
                  <a:schemeClr val="lt1"/>
                </a:solidFill>
              </a:defRPr>
            </a:lvl1pPr>
            <a:lvl2pPr lvl="1">
              <a:spcBef>
                <a:spcPts val="0"/>
              </a:spcBef>
              <a:spcAft>
                <a:spcPts val="0"/>
              </a:spcAft>
              <a:buClr>
                <a:schemeClr val="lt1"/>
              </a:buClr>
              <a:buSzPts val="8000"/>
              <a:buNone/>
              <a:defRPr sz="8000">
                <a:solidFill>
                  <a:schemeClr val="lt1"/>
                </a:solidFill>
              </a:defRPr>
            </a:lvl2pPr>
            <a:lvl3pPr lvl="2">
              <a:spcBef>
                <a:spcPts val="0"/>
              </a:spcBef>
              <a:spcAft>
                <a:spcPts val="0"/>
              </a:spcAft>
              <a:buClr>
                <a:schemeClr val="lt1"/>
              </a:buClr>
              <a:buSzPts val="8000"/>
              <a:buNone/>
              <a:defRPr sz="8000">
                <a:solidFill>
                  <a:schemeClr val="lt1"/>
                </a:solidFill>
              </a:defRPr>
            </a:lvl3pPr>
            <a:lvl4pPr lvl="3">
              <a:spcBef>
                <a:spcPts val="0"/>
              </a:spcBef>
              <a:spcAft>
                <a:spcPts val="0"/>
              </a:spcAft>
              <a:buClr>
                <a:schemeClr val="lt1"/>
              </a:buClr>
              <a:buSzPts val="8000"/>
              <a:buNone/>
              <a:defRPr sz="8000">
                <a:solidFill>
                  <a:schemeClr val="lt1"/>
                </a:solidFill>
              </a:defRPr>
            </a:lvl4pPr>
            <a:lvl5pPr lvl="4">
              <a:spcBef>
                <a:spcPts val="0"/>
              </a:spcBef>
              <a:spcAft>
                <a:spcPts val="0"/>
              </a:spcAft>
              <a:buClr>
                <a:schemeClr val="lt1"/>
              </a:buClr>
              <a:buSzPts val="8000"/>
              <a:buNone/>
              <a:defRPr sz="8000">
                <a:solidFill>
                  <a:schemeClr val="lt1"/>
                </a:solidFill>
              </a:defRPr>
            </a:lvl5pPr>
            <a:lvl6pPr lvl="5">
              <a:spcBef>
                <a:spcPts val="0"/>
              </a:spcBef>
              <a:spcAft>
                <a:spcPts val="0"/>
              </a:spcAft>
              <a:buClr>
                <a:schemeClr val="lt1"/>
              </a:buClr>
              <a:buSzPts val="8000"/>
              <a:buNone/>
              <a:defRPr sz="8000">
                <a:solidFill>
                  <a:schemeClr val="lt1"/>
                </a:solidFill>
              </a:defRPr>
            </a:lvl6pPr>
            <a:lvl7pPr lvl="6">
              <a:spcBef>
                <a:spcPts val="0"/>
              </a:spcBef>
              <a:spcAft>
                <a:spcPts val="0"/>
              </a:spcAft>
              <a:buClr>
                <a:schemeClr val="lt1"/>
              </a:buClr>
              <a:buSzPts val="8000"/>
              <a:buNone/>
              <a:defRPr sz="8000">
                <a:solidFill>
                  <a:schemeClr val="lt1"/>
                </a:solidFill>
              </a:defRPr>
            </a:lvl7pPr>
            <a:lvl8pPr lvl="7">
              <a:spcBef>
                <a:spcPts val="0"/>
              </a:spcBef>
              <a:spcAft>
                <a:spcPts val="0"/>
              </a:spcAft>
              <a:buClr>
                <a:schemeClr val="lt1"/>
              </a:buClr>
              <a:buSzPts val="8000"/>
              <a:buNone/>
              <a:defRPr sz="8000">
                <a:solidFill>
                  <a:schemeClr val="lt1"/>
                </a:solidFill>
              </a:defRPr>
            </a:lvl8pPr>
            <a:lvl9pPr lvl="8">
              <a:spcBef>
                <a:spcPts val="0"/>
              </a:spcBef>
              <a:spcAft>
                <a:spcPts val="0"/>
              </a:spcAft>
              <a:buClr>
                <a:schemeClr val="lt1"/>
              </a:buClr>
              <a:buSzPts val="8000"/>
              <a:buNone/>
              <a:defRPr sz="8000">
                <a:solidFill>
                  <a:schemeClr val="lt1"/>
                </a:solidFill>
              </a:defRPr>
            </a:lvl9pPr>
          </a:lstStyle>
          <a:p>
            <a:r>
              <a:t>xx%</a:t>
            </a:r>
          </a:p>
        </p:txBody>
      </p:sp>
      <p:sp>
        <p:nvSpPr>
          <p:cNvPr id="78" name="Google Shape;78;p11"/>
          <p:cNvSpPr txBox="1"/>
          <p:nvPr>
            <p:ph idx="1" type="body"/>
          </p:nvPr>
        </p:nvSpPr>
        <p:spPr>
          <a:xfrm>
            <a:off x="729450" y="2272888"/>
            <a:ext cx="7688400" cy="15804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Clr>
                <a:schemeClr val="lt1"/>
              </a:buClr>
              <a:buSzPts val="1300"/>
              <a:buChar char="●"/>
              <a:defRPr>
                <a:solidFill>
                  <a:schemeClr val="lt1"/>
                </a:solidFill>
              </a:defRPr>
            </a:lvl1pPr>
            <a:lvl2pPr indent="-298450" lvl="1" marL="914400">
              <a:spcBef>
                <a:spcPts val="0"/>
              </a:spcBef>
              <a:spcAft>
                <a:spcPts val="0"/>
              </a:spcAft>
              <a:buClr>
                <a:schemeClr val="lt1"/>
              </a:buClr>
              <a:buSzPts val="1100"/>
              <a:buChar char="○"/>
              <a:defRPr>
                <a:solidFill>
                  <a:schemeClr val="lt1"/>
                </a:solidFill>
              </a:defRPr>
            </a:lvl2pPr>
            <a:lvl3pPr indent="-298450" lvl="2" marL="1371600">
              <a:spcBef>
                <a:spcPts val="0"/>
              </a:spcBef>
              <a:spcAft>
                <a:spcPts val="0"/>
              </a:spcAft>
              <a:buClr>
                <a:schemeClr val="lt1"/>
              </a:buClr>
              <a:buSzPts val="1100"/>
              <a:buChar char="■"/>
              <a:defRPr>
                <a:solidFill>
                  <a:schemeClr val="lt1"/>
                </a:solidFill>
              </a:defRPr>
            </a:lvl3pPr>
            <a:lvl4pPr indent="-298450" lvl="3" marL="1828800">
              <a:spcBef>
                <a:spcPts val="0"/>
              </a:spcBef>
              <a:spcAft>
                <a:spcPts val="0"/>
              </a:spcAft>
              <a:buClr>
                <a:schemeClr val="lt1"/>
              </a:buClr>
              <a:buSzPts val="1100"/>
              <a:buChar char="●"/>
              <a:defRPr>
                <a:solidFill>
                  <a:schemeClr val="lt1"/>
                </a:solidFill>
              </a:defRPr>
            </a:lvl4pPr>
            <a:lvl5pPr indent="-298450" lvl="4" marL="2286000">
              <a:spcBef>
                <a:spcPts val="0"/>
              </a:spcBef>
              <a:spcAft>
                <a:spcPts val="0"/>
              </a:spcAft>
              <a:buClr>
                <a:schemeClr val="lt1"/>
              </a:buClr>
              <a:buSzPts val="1100"/>
              <a:buChar char="○"/>
              <a:defRPr>
                <a:solidFill>
                  <a:schemeClr val="lt1"/>
                </a:solidFill>
              </a:defRPr>
            </a:lvl5pPr>
            <a:lvl6pPr indent="-298450" lvl="5" marL="2743200">
              <a:spcBef>
                <a:spcPts val="0"/>
              </a:spcBef>
              <a:spcAft>
                <a:spcPts val="0"/>
              </a:spcAft>
              <a:buClr>
                <a:schemeClr val="lt1"/>
              </a:buClr>
              <a:buSzPts val="1100"/>
              <a:buChar char="■"/>
              <a:defRPr>
                <a:solidFill>
                  <a:schemeClr val="lt1"/>
                </a:solidFill>
              </a:defRPr>
            </a:lvl6pPr>
            <a:lvl7pPr indent="-298450" lvl="6" marL="3200400">
              <a:spcBef>
                <a:spcPts val="0"/>
              </a:spcBef>
              <a:spcAft>
                <a:spcPts val="0"/>
              </a:spcAft>
              <a:buClr>
                <a:schemeClr val="lt1"/>
              </a:buClr>
              <a:buSzPts val="1100"/>
              <a:buChar char="●"/>
              <a:defRPr>
                <a:solidFill>
                  <a:schemeClr val="lt1"/>
                </a:solidFill>
              </a:defRPr>
            </a:lvl7pPr>
            <a:lvl8pPr indent="-298450" lvl="7" marL="3657600">
              <a:spcBef>
                <a:spcPts val="0"/>
              </a:spcBef>
              <a:spcAft>
                <a:spcPts val="0"/>
              </a:spcAft>
              <a:buClr>
                <a:schemeClr val="lt1"/>
              </a:buClr>
              <a:buSzPts val="1100"/>
              <a:buChar char="○"/>
              <a:defRPr>
                <a:solidFill>
                  <a:schemeClr val="lt1"/>
                </a:solidFill>
              </a:defRPr>
            </a:lvl8pPr>
            <a:lvl9pPr indent="-298450" lvl="8" marL="4114800">
              <a:spcBef>
                <a:spcPts val="0"/>
              </a:spcBef>
              <a:spcAft>
                <a:spcPts val="0"/>
              </a:spcAft>
              <a:buClr>
                <a:schemeClr val="lt1"/>
              </a:buClr>
              <a:buSzPts val="1100"/>
              <a:buChar char="■"/>
              <a:defRPr>
                <a:solidFill>
                  <a:schemeClr val="lt1"/>
                </a:solidFill>
              </a:defRPr>
            </a:lvl9pPr>
          </a:lstStyle>
          <a:p/>
        </p:txBody>
      </p:sp>
      <p:sp>
        <p:nvSpPr>
          <p:cNvPr id="79" name="Google Shape;79;p11"/>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80" name="Shape 80"/>
        <p:cNvGrpSpPr/>
        <p:nvPr/>
      </p:nvGrpSpPr>
      <p:grpSpPr>
        <a:xfrm>
          <a:off x="0" y="0"/>
          <a:ext cx="0" cy="0"/>
          <a:chOff x="0" y="0"/>
          <a:chExt cx="0" cy="0"/>
        </a:xfrm>
      </p:grpSpPr>
      <p:sp>
        <p:nvSpPr>
          <p:cNvPr id="81" name="Google Shape;81;p12"/>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82" name="Shape 82"/>
        <p:cNvGrpSpPr/>
        <p:nvPr/>
      </p:nvGrpSpPr>
      <p:grpSpPr>
        <a:xfrm>
          <a:off x="0" y="0"/>
          <a:ext cx="0" cy="0"/>
          <a:chOff x="0" y="0"/>
          <a:chExt cx="0" cy="0"/>
        </a:xfrm>
      </p:grpSpPr>
      <p:sp>
        <p:nvSpPr>
          <p:cNvPr id="83" name="Google Shape;83;p13"/>
          <p:cNvSpPr txBox="1"/>
          <p:nvPr>
            <p:ph type="title"/>
          </p:nvPr>
        </p:nvSpPr>
        <p:spPr>
          <a:xfrm>
            <a:off x="457200" y="205978"/>
            <a:ext cx="8229600" cy="857400"/>
          </a:xfrm>
          <a:prstGeom prst="rect">
            <a:avLst/>
          </a:prstGeom>
          <a:noFill/>
          <a:ln>
            <a:noFill/>
          </a:ln>
        </p:spPr>
        <p:txBody>
          <a:bodyPr anchorCtr="0" anchor="ctr" bIns="45700" lIns="91425" spcFirstLastPara="1" rIns="91425" wrap="square" tIns="45700">
            <a:normAutofit/>
          </a:bodyPr>
          <a:lstStyle>
            <a:lvl1pPr lvl="0" rtl="0" algn="ctr">
              <a:spcBef>
                <a:spcPts val="0"/>
              </a:spcBef>
              <a:spcAft>
                <a:spcPts val="0"/>
              </a:spcAft>
              <a:buClr>
                <a:schemeClr val="dk1"/>
              </a:buClr>
              <a:buSzPts val="1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84" name="Google Shape;84;p13"/>
          <p:cNvSpPr txBox="1"/>
          <p:nvPr>
            <p:ph idx="1" type="body"/>
          </p:nvPr>
        </p:nvSpPr>
        <p:spPr>
          <a:xfrm>
            <a:off x="457200" y="1200150"/>
            <a:ext cx="8229600" cy="3394500"/>
          </a:xfrm>
          <a:prstGeom prst="rect">
            <a:avLst/>
          </a:prstGeom>
          <a:noFill/>
          <a:ln>
            <a:noFill/>
          </a:ln>
        </p:spPr>
        <p:txBody>
          <a:bodyPr anchorCtr="0" anchor="t" bIns="45700" lIns="91425" spcFirstLastPara="1" rIns="91425" wrap="square" tIns="45700">
            <a:normAutofit/>
          </a:bodyPr>
          <a:lstStyle>
            <a:lvl1pPr indent="-342900" lvl="0" marL="457200" rtl="0" algn="l">
              <a:spcBef>
                <a:spcPts val="360"/>
              </a:spcBef>
              <a:spcAft>
                <a:spcPts val="0"/>
              </a:spcAft>
              <a:buClr>
                <a:schemeClr val="dk1"/>
              </a:buClr>
              <a:buSzPts val="1800"/>
              <a:buChar char="●"/>
              <a:defRPr/>
            </a:lvl1pPr>
            <a:lvl2pPr indent="-342900" lvl="1" marL="914400" rtl="0" algn="l">
              <a:spcBef>
                <a:spcPts val="1200"/>
              </a:spcBef>
              <a:spcAft>
                <a:spcPts val="0"/>
              </a:spcAft>
              <a:buClr>
                <a:schemeClr val="dk1"/>
              </a:buClr>
              <a:buSzPts val="1800"/>
              <a:buChar char="○"/>
              <a:defRPr/>
            </a:lvl2pPr>
            <a:lvl3pPr indent="-342900" lvl="2" marL="1371600" rtl="0" algn="l">
              <a:spcBef>
                <a:spcPts val="1200"/>
              </a:spcBef>
              <a:spcAft>
                <a:spcPts val="0"/>
              </a:spcAft>
              <a:buClr>
                <a:schemeClr val="dk1"/>
              </a:buClr>
              <a:buSzPts val="1800"/>
              <a:buChar char="■"/>
              <a:defRPr/>
            </a:lvl3pPr>
            <a:lvl4pPr indent="-342900" lvl="3" marL="1828800" rtl="0" algn="l">
              <a:spcBef>
                <a:spcPts val="1200"/>
              </a:spcBef>
              <a:spcAft>
                <a:spcPts val="0"/>
              </a:spcAft>
              <a:buClr>
                <a:schemeClr val="dk1"/>
              </a:buClr>
              <a:buSzPts val="1800"/>
              <a:buChar char="●"/>
              <a:defRPr/>
            </a:lvl4pPr>
            <a:lvl5pPr indent="-342900" lvl="4" marL="2286000" rtl="0" algn="l">
              <a:spcBef>
                <a:spcPts val="1200"/>
              </a:spcBef>
              <a:spcAft>
                <a:spcPts val="0"/>
              </a:spcAft>
              <a:buClr>
                <a:schemeClr val="dk1"/>
              </a:buClr>
              <a:buSzPts val="1800"/>
              <a:buChar char="○"/>
              <a:defRPr/>
            </a:lvl5pPr>
            <a:lvl6pPr indent="-342900" lvl="5" marL="2743200" rtl="0" algn="l">
              <a:spcBef>
                <a:spcPts val="1200"/>
              </a:spcBef>
              <a:spcAft>
                <a:spcPts val="0"/>
              </a:spcAft>
              <a:buClr>
                <a:schemeClr val="dk1"/>
              </a:buClr>
              <a:buSzPts val="1800"/>
              <a:buChar char="■"/>
              <a:defRPr/>
            </a:lvl6pPr>
            <a:lvl7pPr indent="-342900" lvl="6" marL="3200400" rtl="0" algn="l">
              <a:spcBef>
                <a:spcPts val="1200"/>
              </a:spcBef>
              <a:spcAft>
                <a:spcPts val="0"/>
              </a:spcAft>
              <a:buClr>
                <a:schemeClr val="dk1"/>
              </a:buClr>
              <a:buSzPts val="1800"/>
              <a:buChar char="●"/>
              <a:defRPr/>
            </a:lvl7pPr>
            <a:lvl8pPr indent="-342900" lvl="7" marL="3657600" rtl="0" algn="l">
              <a:spcBef>
                <a:spcPts val="1200"/>
              </a:spcBef>
              <a:spcAft>
                <a:spcPts val="0"/>
              </a:spcAft>
              <a:buClr>
                <a:schemeClr val="dk1"/>
              </a:buClr>
              <a:buSzPts val="1800"/>
              <a:buChar char="○"/>
              <a:defRPr/>
            </a:lvl8pPr>
            <a:lvl9pPr indent="-342900" lvl="8" marL="4114800" rtl="0" algn="l">
              <a:spcBef>
                <a:spcPts val="1200"/>
              </a:spcBef>
              <a:spcAft>
                <a:spcPts val="1200"/>
              </a:spcAft>
              <a:buClr>
                <a:schemeClr val="dk1"/>
              </a:buClr>
              <a:buSzPts val="1800"/>
              <a:buChar char="■"/>
              <a:defRPr/>
            </a:lvl9pPr>
          </a:lstStyle>
          <a:p/>
        </p:txBody>
      </p:sp>
      <p:sp>
        <p:nvSpPr>
          <p:cNvPr id="85" name="Google Shape;85;p13"/>
          <p:cNvSpPr txBox="1"/>
          <p:nvPr>
            <p:ph idx="10" type="dt"/>
          </p:nvPr>
        </p:nvSpPr>
        <p:spPr>
          <a:xfrm>
            <a:off x="457200" y="4767263"/>
            <a:ext cx="2133600" cy="273900"/>
          </a:xfrm>
          <a:prstGeom prst="rect">
            <a:avLst/>
          </a:prstGeom>
          <a:noFill/>
          <a:ln>
            <a:noFill/>
          </a:ln>
        </p:spPr>
        <p:txBody>
          <a:bodyPr anchorCtr="0" anchor="ctr" bIns="45700" lIns="91425" spcFirstLastPara="1" rIns="91425" wrap="square" tIns="45700">
            <a:noAutofit/>
          </a:bodyPr>
          <a:lstStyle>
            <a:lvl1pPr lvl="0" rtl="0" algn="l">
              <a:spcBef>
                <a:spcPts val="0"/>
              </a:spcBef>
              <a:spcAft>
                <a:spcPts val="0"/>
              </a:spcAft>
              <a:buSzPts val="1400"/>
              <a:buNone/>
              <a:defRPr/>
            </a:lvl1pPr>
            <a:lvl2pPr lvl="1" rtl="0" algn="l">
              <a:spcBef>
                <a:spcPts val="0"/>
              </a:spcBef>
              <a:spcAft>
                <a:spcPts val="0"/>
              </a:spcAft>
              <a:buSzPts val="1400"/>
              <a:buNone/>
              <a:defRPr/>
            </a:lvl2pPr>
            <a:lvl3pPr lvl="2" rtl="0" algn="l">
              <a:spcBef>
                <a:spcPts val="0"/>
              </a:spcBef>
              <a:spcAft>
                <a:spcPts val="0"/>
              </a:spcAft>
              <a:buSzPts val="1400"/>
              <a:buNone/>
              <a:defRPr/>
            </a:lvl3pPr>
            <a:lvl4pPr lvl="3" rtl="0" algn="l">
              <a:spcBef>
                <a:spcPts val="0"/>
              </a:spcBef>
              <a:spcAft>
                <a:spcPts val="0"/>
              </a:spcAft>
              <a:buSzPts val="1400"/>
              <a:buNone/>
              <a:defRPr/>
            </a:lvl4pPr>
            <a:lvl5pPr lvl="4" rtl="0" algn="l">
              <a:spcBef>
                <a:spcPts val="0"/>
              </a:spcBef>
              <a:spcAft>
                <a:spcPts val="0"/>
              </a:spcAft>
              <a:buSzPts val="1400"/>
              <a:buNone/>
              <a:defRPr/>
            </a:lvl5pPr>
            <a:lvl6pPr lvl="5" rtl="0" algn="l">
              <a:spcBef>
                <a:spcPts val="0"/>
              </a:spcBef>
              <a:spcAft>
                <a:spcPts val="0"/>
              </a:spcAft>
              <a:buSzPts val="1400"/>
              <a:buNone/>
              <a:defRPr/>
            </a:lvl6pPr>
            <a:lvl7pPr lvl="6" rtl="0" algn="l">
              <a:spcBef>
                <a:spcPts val="0"/>
              </a:spcBef>
              <a:spcAft>
                <a:spcPts val="0"/>
              </a:spcAft>
              <a:buSzPts val="1400"/>
              <a:buNone/>
              <a:defRPr/>
            </a:lvl7pPr>
            <a:lvl8pPr lvl="7" rtl="0" algn="l">
              <a:spcBef>
                <a:spcPts val="0"/>
              </a:spcBef>
              <a:spcAft>
                <a:spcPts val="0"/>
              </a:spcAft>
              <a:buSzPts val="1400"/>
              <a:buNone/>
              <a:defRPr/>
            </a:lvl8pPr>
            <a:lvl9pPr lvl="8" rtl="0" algn="l">
              <a:spcBef>
                <a:spcPts val="0"/>
              </a:spcBef>
              <a:spcAft>
                <a:spcPts val="0"/>
              </a:spcAft>
              <a:buSzPts val="1400"/>
              <a:buNone/>
              <a:defRPr/>
            </a:lvl9pPr>
          </a:lstStyle>
          <a:p/>
        </p:txBody>
      </p:sp>
      <p:sp>
        <p:nvSpPr>
          <p:cNvPr id="86" name="Google Shape;86;p13"/>
          <p:cNvSpPr txBox="1"/>
          <p:nvPr>
            <p:ph idx="11" type="ftr"/>
          </p:nvPr>
        </p:nvSpPr>
        <p:spPr>
          <a:xfrm>
            <a:off x="3124200" y="4767263"/>
            <a:ext cx="2895600" cy="273900"/>
          </a:xfrm>
          <a:prstGeom prst="rect">
            <a:avLst/>
          </a:prstGeom>
          <a:noFill/>
          <a:ln>
            <a:noFill/>
          </a:ln>
        </p:spPr>
        <p:txBody>
          <a:bodyPr anchorCtr="0" anchor="ctr" bIns="45700" lIns="91425" spcFirstLastPara="1" rIns="91425" wrap="square" tIns="45700">
            <a:noAutofit/>
          </a:bodyPr>
          <a:lstStyle>
            <a:lvl1pPr lvl="0" rtl="0" algn="ctr">
              <a:spcBef>
                <a:spcPts val="0"/>
              </a:spcBef>
              <a:spcAft>
                <a:spcPts val="0"/>
              </a:spcAft>
              <a:buSzPts val="1400"/>
              <a:buNone/>
              <a:defRPr/>
            </a:lvl1pPr>
            <a:lvl2pPr lvl="1" rtl="0" algn="l">
              <a:spcBef>
                <a:spcPts val="0"/>
              </a:spcBef>
              <a:spcAft>
                <a:spcPts val="0"/>
              </a:spcAft>
              <a:buSzPts val="1400"/>
              <a:buNone/>
              <a:defRPr/>
            </a:lvl2pPr>
            <a:lvl3pPr lvl="2" rtl="0" algn="l">
              <a:spcBef>
                <a:spcPts val="0"/>
              </a:spcBef>
              <a:spcAft>
                <a:spcPts val="0"/>
              </a:spcAft>
              <a:buSzPts val="1400"/>
              <a:buNone/>
              <a:defRPr/>
            </a:lvl3pPr>
            <a:lvl4pPr lvl="3" rtl="0" algn="l">
              <a:spcBef>
                <a:spcPts val="0"/>
              </a:spcBef>
              <a:spcAft>
                <a:spcPts val="0"/>
              </a:spcAft>
              <a:buSzPts val="1400"/>
              <a:buNone/>
              <a:defRPr/>
            </a:lvl4pPr>
            <a:lvl5pPr lvl="4" rtl="0" algn="l">
              <a:spcBef>
                <a:spcPts val="0"/>
              </a:spcBef>
              <a:spcAft>
                <a:spcPts val="0"/>
              </a:spcAft>
              <a:buSzPts val="1400"/>
              <a:buNone/>
              <a:defRPr/>
            </a:lvl5pPr>
            <a:lvl6pPr lvl="5" rtl="0" algn="l">
              <a:spcBef>
                <a:spcPts val="0"/>
              </a:spcBef>
              <a:spcAft>
                <a:spcPts val="0"/>
              </a:spcAft>
              <a:buSzPts val="1400"/>
              <a:buNone/>
              <a:defRPr/>
            </a:lvl6pPr>
            <a:lvl7pPr lvl="6" rtl="0" algn="l">
              <a:spcBef>
                <a:spcPts val="0"/>
              </a:spcBef>
              <a:spcAft>
                <a:spcPts val="0"/>
              </a:spcAft>
              <a:buSzPts val="1400"/>
              <a:buNone/>
              <a:defRPr/>
            </a:lvl7pPr>
            <a:lvl8pPr lvl="7" rtl="0" algn="l">
              <a:spcBef>
                <a:spcPts val="0"/>
              </a:spcBef>
              <a:spcAft>
                <a:spcPts val="0"/>
              </a:spcAft>
              <a:buSzPts val="1400"/>
              <a:buNone/>
              <a:defRPr/>
            </a:lvl8pPr>
            <a:lvl9pPr lvl="8" rtl="0" algn="l">
              <a:spcBef>
                <a:spcPts val="0"/>
              </a:spcBef>
              <a:spcAft>
                <a:spcPts val="0"/>
              </a:spcAft>
              <a:buSzPts val="1400"/>
              <a:buNone/>
              <a:defRPr/>
            </a:lvl9pPr>
          </a:lstStyle>
          <a:p/>
        </p:txBody>
      </p:sp>
      <p:sp>
        <p:nvSpPr>
          <p:cNvPr id="87" name="Google Shape;87;p13"/>
          <p:cNvSpPr txBox="1"/>
          <p:nvPr>
            <p:ph idx="12" type="sldNum"/>
          </p:nvPr>
        </p:nvSpPr>
        <p:spPr>
          <a:xfrm>
            <a:off x="6553200" y="4767263"/>
            <a:ext cx="2133600" cy="273900"/>
          </a:xfrm>
          <a:prstGeom prst="rect">
            <a:avLst/>
          </a:prstGeom>
          <a:noFill/>
          <a:ln>
            <a:noFill/>
          </a:ln>
        </p:spPr>
        <p:txBody>
          <a:bodyPr anchorCtr="0" anchor="ctr" bIns="45700" lIns="91425" spcFirstLastPara="1" rIns="91425" wrap="square" tIns="45700">
            <a:normAutofit/>
          </a:bodyPr>
          <a:lstStyle>
            <a:lvl1pPr indent="0" lvl="0" marL="0" rtl="0" algn="r">
              <a:spcBef>
                <a:spcPts val="0"/>
              </a:spcBef>
              <a:buNone/>
              <a:defRPr/>
            </a:lvl1pPr>
            <a:lvl2pPr indent="0" lvl="1" marL="0" rtl="0" algn="r">
              <a:spcBef>
                <a:spcPts val="0"/>
              </a:spcBef>
              <a:buNone/>
              <a:defRPr/>
            </a:lvl2pPr>
            <a:lvl3pPr indent="0" lvl="2" marL="0" rtl="0" algn="r">
              <a:spcBef>
                <a:spcPts val="0"/>
              </a:spcBef>
              <a:buNone/>
              <a:defRPr/>
            </a:lvl3pPr>
            <a:lvl4pPr indent="0" lvl="3" marL="0" rtl="0" algn="r">
              <a:spcBef>
                <a:spcPts val="0"/>
              </a:spcBef>
              <a:buNone/>
              <a:defRPr/>
            </a:lvl4pPr>
            <a:lvl5pPr indent="0" lvl="4" marL="0" rtl="0" algn="r">
              <a:spcBef>
                <a:spcPts val="0"/>
              </a:spcBef>
              <a:buNone/>
              <a:defRPr/>
            </a:lvl5pPr>
            <a:lvl6pPr indent="0" lvl="5" marL="0" rtl="0" algn="r">
              <a:spcBef>
                <a:spcPts val="0"/>
              </a:spcBef>
              <a:buNone/>
              <a:defRPr/>
            </a:lvl6pPr>
            <a:lvl7pPr indent="0" lvl="6" marL="0" rtl="0" algn="r">
              <a:spcBef>
                <a:spcPts val="0"/>
              </a:spcBef>
              <a:buNone/>
              <a:defRPr/>
            </a:lvl7pPr>
            <a:lvl8pPr indent="0" lvl="7" marL="0" rtl="0" algn="r">
              <a:spcBef>
                <a:spcPts val="0"/>
              </a:spcBef>
              <a:buNone/>
              <a:defRPr/>
            </a:lvl8pPr>
            <a:lvl9pPr indent="0" lvl="8" marL="0" rt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theme" Target="../theme/theme2.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treamline">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1pPr>
            <a:lvl2pPr lvl="1">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2pPr>
            <a:lvl3pPr lvl="2">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3pPr>
            <a:lvl4pPr lvl="3">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4pPr>
            <a:lvl5pPr lvl="4">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5pPr>
            <a:lvl6pPr lvl="5">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6pPr>
            <a:lvl7pPr lvl="6">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7pPr>
            <a:lvl8pPr lvl="7">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8pPr>
            <a:lvl9pPr lvl="8">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11150" lvl="0" marL="457200">
              <a:lnSpc>
                <a:spcPct val="115000"/>
              </a:lnSpc>
              <a:spcBef>
                <a:spcPts val="0"/>
              </a:spcBef>
              <a:spcAft>
                <a:spcPts val="0"/>
              </a:spcAft>
              <a:buClr>
                <a:schemeClr val="accent1"/>
              </a:buClr>
              <a:buSzPts val="1300"/>
              <a:buFont typeface="Lato"/>
              <a:buChar char="●"/>
              <a:defRPr sz="1300">
                <a:solidFill>
                  <a:schemeClr val="accent1"/>
                </a:solidFill>
                <a:latin typeface="Lato"/>
                <a:ea typeface="Lato"/>
                <a:cs typeface="Lato"/>
                <a:sym typeface="Lato"/>
              </a:defRPr>
            </a:lvl1pPr>
            <a:lvl2pPr indent="-298450" lvl="1" marL="9144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2pPr>
            <a:lvl3pPr indent="-298450" lvl="2" marL="13716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3pPr>
            <a:lvl4pPr indent="-298450" lvl="3" marL="18288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4pPr>
            <a:lvl5pPr indent="-298450" lvl="4" marL="22860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5pPr>
            <a:lvl6pPr indent="-298450" lvl="5" marL="27432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6pPr>
            <a:lvl7pPr indent="-298450" lvl="6" marL="32004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7pPr>
            <a:lvl8pPr indent="-298450" lvl="7" marL="36576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8pPr>
            <a:lvl9pPr indent="-298450" lvl="8" marL="41148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9pPr>
          </a:lstStyle>
          <a:p/>
        </p:txBody>
      </p:sp>
      <p:sp>
        <p:nvSpPr>
          <p:cNvPr id="8" name="Google Shape;8;p1"/>
          <p:cNvSpPr txBox="1"/>
          <p:nvPr>
            <p:ph idx="12" type="sldNum"/>
          </p:nvPr>
        </p:nvSpPr>
        <p:spPr>
          <a:xfrm>
            <a:off x="8536302" y="4749851"/>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accent1"/>
                </a:solidFill>
                <a:latin typeface="Lato"/>
                <a:ea typeface="Lato"/>
                <a:cs typeface="Lato"/>
                <a:sym typeface="Lato"/>
              </a:defRPr>
            </a:lvl1pPr>
            <a:lvl2pPr lvl="1" algn="r">
              <a:buNone/>
              <a:defRPr sz="1000">
                <a:solidFill>
                  <a:schemeClr val="accent1"/>
                </a:solidFill>
                <a:latin typeface="Lato"/>
                <a:ea typeface="Lato"/>
                <a:cs typeface="Lato"/>
                <a:sym typeface="Lato"/>
              </a:defRPr>
            </a:lvl2pPr>
            <a:lvl3pPr lvl="2" algn="r">
              <a:buNone/>
              <a:defRPr sz="1000">
                <a:solidFill>
                  <a:schemeClr val="accent1"/>
                </a:solidFill>
                <a:latin typeface="Lato"/>
                <a:ea typeface="Lato"/>
                <a:cs typeface="Lato"/>
                <a:sym typeface="Lato"/>
              </a:defRPr>
            </a:lvl3pPr>
            <a:lvl4pPr lvl="3" algn="r">
              <a:buNone/>
              <a:defRPr sz="1000">
                <a:solidFill>
                  <a:schemeClr val="accent1"/>
                </a:solidFill>
                <a:latin typeface="Lato"/>
                <a:ea typeface="Lato"/>
                <a:cs typeface="Lato"/>
                <a:sym typeface="Lato"/>
              </a:defRPr>
            </a:lvl4pPr>
            <a:lvl5pPr lvl="4" algn="r">
              <a:buNone/>
              <a:defRPr sz="1000">
                <a:solidFill>
                  <a:schemeClr val="accent1"/>
                </a:solidFill>
                <a:latin typeface="Lato"/>
                <a:ea typeface="Lato"/>
                <a:cs typeface="Lato"/>
                <a:sym typeface="Lato"/>
              </a:defRPr>
            </a:lvl5pPr>
            <a:lvl6pPr lvl="5" algn="r">
              <a:buNone/>
              <a:defRPr sz="1000">
                <a:solidFill>
                  <a:schemeClr val="accent1"/>
                </a:solidFill>
                <a:latin typeface="Lato"/>
                <a:ea typeface="Lato"/>
                <a:cs typeface="Lato"/>
                <a:sym typeface="Lato"/>
              </a:defRPr>
            </a:lvl6pPr>
            <a:lvl7pPr lvl="6" algn="r">
              <a:buNone/>
              <a:defRPr sz="1000">
                <a:solidFill>
                  <a:schemeClr val="accent1"/>
                </a:solidFill>
                <a:latin typeface="Lato"/>
                <a:ea typeface="Lato"/>
                <a:cs typeface="Lato"/>
                <a:sym typeface="Lato"/>
              </a:defRPr>
            </a:lvl7pPr>
            <a:lvl8pPr lvl="7" algn="r">
              <a:buNone/>
              <a:defRPr sz="1000">
                <a:solidFill>
                  <a:schemeClr val="accent1"/>
                </a:solidFill>
                <a:latin typeface="Lato"/>
                <a:ea typeface="Lato"/>
                <a:cs typeface="Lato"/>
                <a:sym typeface="Lato"/>
              </a:defRPr>
            </a:lvl8pPr>
            <a:lvl9pPr lvl="8" algn="r">
              <a:buNone/>
              <a:defRPr sz="1000">
                <a:solidFill>
                  <a:schemeClr val="accen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 name="Shape 91"/>
        <p:cNvGrpSpPr/>
        <p:nvPr/>
      </p:nvGrpSpPr>
      <p:grpSpPr>
        <a:xfrm>
          <a:off x="0" y="0"/>
          <a:ext cx="0" cy="0"/>
          <a:chOff x="0" y="0"/>
          <a:chExt cx="0" cy="0"/>
        </a:xfrm>
      </p:grpSpPr>
      <p:sp>
        <p:nvSpPr>
          <p:cNvPr id="92" name="Google Shape;92;p14"/>
          <p:cNvSpPr txBox="1"/>
          <p:nvPr>
            <p:ph type="ctrTitle"/>
          </p:nvPr>
        </p:nvSpPr>
        <p:spPr>
          <a:xfrm>
            <a:off x="729450" y="1322450"/>
            <a:ext cx="7688100" cy="16647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lang="en"/>
              <a:t>Software Quality Assurance</a:t>
            </a:r>
            <a:endParaRPr/>
          </a:p>
          <a:p>
            <a:pPr indent="0" lvl="0" marL="0" rtl="0" algn="ctr">
              <a:spcBef>
                <a:spcPts val="0"/>
              </a:spcBef>
              <a:spcAft>
                <a:spcPts val="0"/>
              </a:spcAft>
              <a:buNone/>
            </a:pPr>
            <a:r>
              <a:rPr lang="en"/>
              <a:t>HNDIT-4022</a:t>
            </a:r>
            <a:endParaRPr/>
          </a:p>
        </p:txBody>
      </p:sp>
      <p:sp>
        <p:nvSpPr>
          <p:cNvPr id="93" name="Google Shape;93;p14"/>
          <p:cNvSpPr txBox="1"/>
          <p:nvPr>
            <p:ph idx="1" type="subTitle"/>
          </p:nvPr>
        </p:nvSpPr>
        <p:spPr>
          <a:xfrm>
            <a:off x="729627" y="3172900"/>
            <a:ext cx="7688100" cy="5412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b="1" lang="en" sz="2100">
                <a:solidFill>
                  <a:srgbClr val="38761D"/>
                </a:solidFill>
              </a:rPr>
              <a:t>System Testing</a:t>
            </a:r>
            <a:endParaRPr b="1" sz="2100">
              <a:solidFill>
                <a:srgbClr val="38761D"/>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 name="Shape 97"/>
        <p:cNvGrpSpPr/>
        <p:nvPr/>
      </p:nvGrpSpPr>
      <p:grpSpPr>
        <a:xfrm>
          <a:off x="0" y="0"/>
          <a:ext cx="0" cy="0"/>
          <a:chOff x="0" y="0"/>
          <a:chExt cx="0" cy="0"/>
        </a:xfrm>
      </p:grpSpPr>
      <p:sp>
        <p:nvSpPr>
          <p:cNvPr id="98" name="Google Shape;98;p15"/>
          <p:cNvSpPr txBox="1"/>
          <p:nvPr>
            <p:ph type="title"/>
          </p:nvPr>
        </p:nvSpPr>
        <p:spPr>
          <a:xfrm>
            <a:off x="729450" y="6328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lang="en" sz="2540"/>
              <a:t>What is System Testing ?</a:t>
            </a:r>
            <a:endParaRPr sz="2540"/>
          </a:p>
        </p:txBody>
      </p:sp>
      <p:sp>
        <p:nvSpPr>
          <p:cNvPr id="99" name="Google Shape;99;p15"/>
          <p:cNvSpPr txBox="1"/>
          <p:nvPr>
            <p:ph idx="1" type="body"/>
          </p:nvPr>
        </p:nvSpPr>
        <p:spPr>
          <a:xfrm>
            <a:off x="729450" y="1240675"/>
            <a:ext cx="7688700" cy="38151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lang="en" sz="1800"/>
              <a:t>System testing is a type of software testing that evaluates the overall functionality and performance of a complete and fully integrated software solution. It tests if the system meets the specified requirements and if it is suitable for delivery to the end-users. </a:t>
            </a:r>
            <a:endParaRPr sz="1800"/>
          </a:p>
          <a:p>
            <a:pPr indent="-342900" lvl="0" marL="457200" rtl="0" algn="l">
              <a:spcBef>
                <a:spcPts val="0"/>
              </a:spcBef>
              <a:spcAft>
                <a:spcPts val="0"/>
              </a:spcAft>
              <a:buSzPts val="1800"/>
              <a:buChar char="-"/>
            </a:pPr>
            <a:r>
              <a:rPr lang="en" sz="1800"/>
              <a:t>This type of testing is performed after the integration testing and before the acceptance testing.</a:t>
            </a:r>
            <a:endParaRPr sz="1800"/>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 name="Shape 103"/>
        <p:cNvGrpSpPr/>
        <p:nvPr/>
      </p:nvGrpSpPr>
      <p:grpSpPr>
        <a:xfrm>
          <a:off x="0" y="0"/>
          <a:ext cx="0" cy="0"/>
          <a:chOff x="0" y="0"/>
          <a:chExt cx="0" cy="0"/>
        </a:xfrm>
      </p:grpSpPr>
      <p:sp>
        <p:nvSpPr>
          <p:cNvPr id="104" name="Google Shape;104;p16"/>
          <p:cNvSpPr txBox="1"/>
          <p:nvPr>
            <p:ph type="title"/>
          </p:nvPr>
        </p:nvSpPr>
        <p:spPr>
          <a:xfrm>
            <a:off x="729450" y="6328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lang="en" sz="2540"/>
              <a:t>What is System Testing ?</a:t>
            </a:r>
            <a:endParaRPr sz="2540"/>
          </a:p>
        </p:txBody>
      </p:sp>
      <p:pic>
        <p:nvPicPr>
          <p:cNvPr id="105" name="Google Shape;105;p16"/>
          <p:cNvPicPr preferRelativeResize="0"/>
          <p:nvPr/>
        </p:nvPicPr>
        <p:blipFill>
          <a:blip r:embed="rId3">
            <a:alphaModFix/>
          </a:blip>
          <a:stretch>
            <a:fillRect/>
          </a:stretch>
        </p:blipFill>
        <p:spPr>
          <a:xfrm>
            <a:off x="2240525" y="1432000"/>
            <a:ext cx="3373025" cy="3506925"/>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9" name="Shape 109"/>
        <p:cNvGrpSpPr/>
        <p:nvPr/>
      </p:nvGrpSpPr>
      <p:grpSpPr>
        <a:xfrm>
          <a:off x="0" y="0"/>
          <a:ext cx="0" cy="0"/>
          <a:chOff x="0" y="0"/>
          <a:chExt cx="0" cy="0"/>
        </a:xfrm>
      </p:grpSpPr>
      <p:sp>
        <p:nvSpPr>
          <p:cNvPr id="110" name="Google Shape;110;p17"/>
          <p:cNvSpPr txBox="1"/>
          <p:nvPr>
            <p:ph type="title"/>
          </p:nvPr>
        </p:nvSpPr>
        <p:spPr>
          <a:xfrm>
            <a:off x="729450" y="6328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lang="en" sz="2540"/>
              <a:t>System Testing Process</a:t>
            </a:r>
            <a:endParaRPr sz="2540"/>
          </a:p>
        </p:txBody>
      </p:sp>
      <p:pic>
        <p:nvPicPr>
          <p:cNvPr id="111" name="Google Shape;111;p17"/>
          <p:cNvPicPr preferRelativeResize="0"/>
          <p:nvPr/>
        </p:nvPicPr>
        <p:blipFill>
          <a:blip r:embed="rId3">
            <a:alphaModFix/>
          </a:blip>
          <a:stretch>
            <a:fillRect/>
          </a:stretch>
        </p:blipFill>
        <p:spPr>
          <a:xfrm>
            <a:off x="152400" y="1472850"/>
            <a:ext cx="8839200" cy="3078761"/>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5" name="Shape 115"/>
        <p:cNvGrpSpPr/>
        <p:nvPr/>
      </p:nvGrpSpPr>
      <p:grpSpPr>
        <a:xfrm>
          <a:off x="0" y="0"/>
          <a:ext cx="0" cy="0"/>
          <a:chOff x="0" y="0"/>
          <a:chExt cx="0" cy="0"/>
        </a:xfrm>
      </p:grpSpPr>
      <p:sp>
        <p:nvSpPr>
          <p:cNvPr id="116" name="Google Shape;116;p18"/>
          <p:cNvSpPr txBox="1"/>
          <p:nvPr>
            <p:ph type="title"/>
          </p:nvPr>
        </p:nvSpPr>
        <p:spPr>
          <a:xfrm>
            <a:off x="729450" y="6328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lang="en" sz="2540"/>
              <a:t>Objectives of System Testing</a:t>
            </a:r>
            <a:endParaRPr sz="2540"/>
          </a:p>
        </p:txBody>
      </p:sp>
      <p:sp>
        <p:nvSpPr>
          <p:cNvPr id="117" name="Google Shape;117;p18"/>
          <p:cNvSpPr txBox="1"/>
          <p:nvPr>
            <p:ph idx="1" type="body"/>
          </p:nvPr>
        </p:nvSpPr>
        <p:spPr>
          <a:xfrm>
            <a:off x="729450" y="1240675"/>
            <a:ext cx="7688700" cy="38151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lang="en" sz="1800"/>
              <a:t>Objectives of system testing include:</a:t>
            </a:r>
            <a:endParaRPr sz="1800"/>
          </a:p>
          <a:p>
            <a:pPr indent="0" lvl="0" marL="457200" rtl="0" algn="l">
              <a:spcBef>
                <a:spcPts val="1200"/>
              </a:spcBef>
              <a:spcAft>
                <a:spcPts val="0"/>
              </a:spcAft>
              <a:buNone/>
            </a:pPr>
            <a:r>
              <a:rPr lang="en" sz="1800"/>
              <a:t>• Reducing risk</a:t>
            </a:r>
            <a:endParaRPr sz="1800"/>
          </a:p>
          <a:p>
            <a:pPr indent="0" lvl="0" marL="457200" rtl="0" algn="l">
              <a:spcBef>
                <a:spcPts val="1200"/>
              </a:spcBef>
              <a:spcAft>
                <a:spcPts val="0"/>
              </a:spcAft>
              <a:buNone/>
            </a:pPr>
            <a:r>
              <a:rPr lang="en" sz="1800"/>
              <a:t>• Verifying whether the functional and non-functional behaviors of the system are as designed and specified</a:t>
            </a:r>
            <a:endParaRPr sz="1800"/>
          </a:p>
          <a:p>
            <a:pPr indent="0" lvl="0" marL="457200" rtl="0" algn="l">
              <a:spcBef>
                <a:spcPts val="1200"/>
              </a:spcBef>
              <a:spcAft>
                <a:spcPts val="0"/>
              </a:spcAft>
              <a:buNone/>
            </a:pPr>
            <a:r>
              <a:rPr lang="en" sz="1800"/>
              <a:t>• Validating that the system is complete and will work as expected</a:t>
            </a:r>
            <a:endParaRPr sz="1800"/>
          </a:p>
          <a:p>
            <a:pPr indent="0" lvl="0" marL="457200" rtl="0" algn="l">
              <a:spcBef>
                <a:spcPts val="1200"/>
              </a:spcBef>
              <a:spcAft>
                <a:spcPts val="0"/>
              </a:spcAft>
              <a:buNone/>
            </a:pPr>
            <a:r>
              <a:rPr lang="en" sz="1800"/>
              <a:t>• Building confidence in the quality of the system as a whole</a:t>
            </a:r>
            <a:endParaRPr sz="1800"/>
          </a:p>
          <a:p>
            <a:pPr indent="0" lvl="0" marL="457200" rtl="0" algn="l">
              <a:spcBef>
                <a:spcPts val="1200"/>
              </a:spcBef>
              <a:spcAft>
                <a:spcPts val="0"/>
              </a:spcAft>
              <a:buNone/>
            </a:pPr>
            <a:r>
              <a:rPr lang="en" sz="1800"/>
              <a:t>• Finding defects</a:t>
            </a:r>
            <a:endParaRPr sz="1800"/>
          </a:p>
          <a:p>
            <a:pPr indent="0" lvl="0" marL="457200" rtl="0" algn="l">
              <a:spcBef>
                <a:spcPts val="1200"/>
              </a:spcBef>
              <a:spcAft>
                <a:spcPts val="1200"/>
              </a:spcAft>
              <a:buNone/>
            </a:pPr>
            <a:r>
              <a:rPr lang="en" sz="1800"/>
              <a:t>• Preventing defects from escaping to higher test levels or production</a:t>
            </a:r>
            <a:endParaRPr sz="1800"/>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1" name="Shape 121"/>
        <p:cNvGrpSpPr/>
        <p:nvPr/>
      </p:nvGrpSpPr>
      <p:grpSpPr>
        <a:xfrm>
          <a:off x="0" y="0"/>
          <a:ext cx="0" cy="0"/>
          <a:chOff x="0" y="0"/>
          <a:chExt cx="0" cy="0"/>
        </a:xfrm>
      </p:grpSpPr>
      <p:sp>
        <p:nvSpPr>
          <p:cNvPr id="122" name="Google Shape;122;p19"/>
          <p:cNvSpPr txBox="1"/>
          <p:nvPr>
            <p:ph type="title"/>
          </p:nvPr>
        </p:nvSpPr>
        <p:spPr>
          <a:xfrm>
            <a:off x="729450" y="6328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lang="en" sz="2540"/>
              <a:t>Types of System Testing</a:t>
            </a:r>
            <a:endParaRPr sz="2540"/>
          </a:p>
        </p:txBody>
      </p:sp>
      <p:sp>
        <p:nvSpPr>
          <p:cNvPr id="123" name="Google Shape;123;p19"/>
          <p:cNvSpPr txBox="1"/>
          <p:nvPr>
            <p:ph idx="1" type="body"/>
          </p:nvPr>
        </p:nvSpPr>
        <p:spPr>
          <a:xfrm>
            <a:off x="729450" y="1240675"/>
            <a:ext cx="7688700" cy="3815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800"/>
              <a:t>System testing is divided into more than 50 types, but software testing companies typically uses some of them. These are listed below:</a:t>
            </a:r>
            <a:endParaRPr sz="1800"/>
          </a:p>
          <a:p>
            <a:pPr indent="-323850" lvl="0" marL="457200" rtl="0" algn="l">
              <a:spcBef>
                <a:spcPts val="1200"/>
              </a:spcBef>
              <a:spcAft>
                <a:spcPts val="0"/>
              </a:spcAft>
              <a:buSzPts val="1500"/>
              <a:buChar char="●"/>
            </a:pPr>
            <a:r>
              <a:rPr lang="en" sz="1500"/>
              <a:t>Regression Testing</a:t>
            </a:r>
            <a:endParaRPr sz="1500"/>
          </a:p>
          <a:p>
            <a:pPr indent="-323850" lvl="0" marL="457200" rtl="0" algn="l">
              <a:spcBef>
                <a:spcPts val="0"/>
              </a:spcBef>
              <a:spcAft>
                <a:spcPts val="0"/>
              </a:spcAft>
              <a:buSzPts val="1500"/>
              <a:buChar char="●"/>
            </a:pPr>
            <a:r>
              <a:rPr lang="en" sz="1500"/>
              <a:t>Load Testing</a:t>
            </a:r>
            <a:endParaRPr sz="1500"/>
          </a:p>
          <a:p>
            <a:pPr indent="-323850" lvl="0" marL="457200" rtl="0" algn="l">
              <a:spcBef>
                <a:spcPts val="0"/>
              </a:spcBef>
              <a:spcAft>
                <a:spcPts val="0"/>
              </a:spcAft>
              <a:buSzPts val="1500"/>
              <a:buChar char="●"/>
            </a:pPr>
            <a:r>
              <a:rPr lang="en" sz="1500"/>
              <a:t>Functional Testing</a:t>
            </a:r>
            <a:endParaRPr sz="1500"/>
          </a:p>
          <a:p>
            <a:pPr indent="-323850" lvl="0" marL="457200" rtl="0" algn="l">
              <a:spcBef>
                <a:spcPts val="0"/>
              </a:spcBef>
              <a:spcAft>
                <a:spcPts val="0"/>
              </a:spcAft>
              <a:buSzPts val="1500"/>
              <a:buChar char="●"/>
            </a:pPr>
            <a:r>
              <a:rPr lang="en" sz="1500"/>
              <a:t>Recovery Testing</a:t>
            </a:r>
            <a:endParaRPr sz="1500"/>
          </a:p>
          <a:p>
            <a:pPr indent="-323850" lvl="0" marL="457200" rtl="0" algn="l">
              <a:spcBef>
                <a:spcPts val="0"/>
              </a:spcBef>
              <a:spcAft>
                <a:spcPts val="0"/>
              </a:spcAft>
              <a:buSzPts val="1500"/>
              <a:buChar char="●"/>
            </a:pPr>
            <a:r>
              <a:rPr lang="en" sz="1500"/>
              <a:t>Migration Testing</a:t>
            </a:r>
            <a:endParaRPr sz="1500"/>
          </a:p>
          <a:p>
            <a:pPr indent="-323850" lvl="0" marL="457200" rtl="0" algn="l">
              <a:spcBef>
                <a:spcPts val="0"/>
              </a:spcBef>
              <a:spcAft>
                <a:spcPts val="0"/>
              </a:spcAft>
              <a:buSzPts val="1500"/>
              <a:buChar char="●"/>
            </a:pPr>
            <a:r>
              <a:rPr lang="en" sz="1500"/>
              <a:t>Usability Testing</a:t>
            </a:r>
            <a:endParaRPr sz="1500"/>
          </a:p>
          <a:p>
            <a:pPr indent="-323850" lvl="0" marL="457200" rtl="0" algn="l">
              <a:spcBef>
                <a:spcPts val="0"/>
              </a:spcBef>
              <a:spcAft>
                <a:spcPts val="0"/>
              </a:spcAft>
              <a:buSzPts val="1500"/>
              <a:buChar char="●"/>
            </a:pPr>
            <a:r>
              <a:rPr lang="en" sz="1500"/>
              <a:t>Software and Hardware Testing</a:t>
            </a:r>
            <a:endParaRPr sz="1500"/>
          </a:p>
          <a:p>
            <a:pPr indent="-323850" lvl="0" marL="457200" rtl="0" algn="l">
              <a:spcBef>
                <a:spcPts val="0"/>
              </a:spcBef>
              <a:spcAft>
                <a:spcPts val="0"/>
              </a:spcAft>
              <a:buSzPts val="1500"/>
              <a:buChar char="●"/>
            </a:pPr>
            <a:r>
              <a:rPr lang="en" sz="1500"/>
              <a:t>Performance Testing:</a:t>
            </a:r>
            <a:endParaRPr sz="1500"/>
          </a:p>
          <a:p>
            <a:pPr indent="-323850" lvl="0" marL="457200" rtl="0" algn="l">
              <a:spcBef>
                <a:spcPts val="0"/>
              </a:spcBef>
              <a:spcAft>
                <a:spcPts val="0"/>
              </a:spcAft>
              <a:buSzPts val="1500"/>
              <a:buChar char="●"/>
            </a:pPr>
            <a:r>
              <a:rPr lang="en" sz="1500"/>
              <a:t>Load Testing</a:t>
            </a:r>
            <a:endParaRPr sz="1500"/>
          </a:p>
          <a:p>
            <a:pPr indent="-323850" lvl="0" marL="457200" rtl="0" algn="l">
              <a:spcBef>
                <a:spcPts val="0"/>
              </a:spcBef>
              <a:spcAft>
                <a:spcPts val="0"/>
              </a:spcAft>
              <a:buSzPts val="1500"/>
              <a:buChar char="●"/>
            </a:pPr>
            <a:r>
              <a:rPr lang="en" sz="1500"/>
              <a:t>Stress Testing</a:t>
            </a:r>
            <a:endParaRPr sz="1500"/>
          </a:p>
          <a:p>
            <a:pPr indent="-323850" lvl="0" marL="457200" rtl="0" algn="l">
              <a:spcBef>
                <a:spcPts val="0"/>
              </a:spcBef>
              <a:spcAft>
                <a:spcPts val="0"/>
              </a:spcAft>
              <a:buSzPts val="1500"/>
              <a:buChar char="●"/>
            </a:pPr>
            <a:r>
              <a:rPr lang="en" sz="1500"/>
              <a:t>Scalability Testing</a:t>
            </a:r>
            <a:endParaRPr sz="1500"/>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7" name="Shape 127"/>
        <p:cNvGrpSpPr/>
        <p:nvPr/>
      </p:nvGrpSpPr>
      <p:grpSpPr>
        <a:xfrm>
          <a:off x="0" y="0"/>
          <a:ext cx="0" cy="0"/>
          <a:chOff x="0" y="0"/>
          <a:chExt cx="0" cy="0"/>
        </a:xfrm>
      </p:grpSpPr>
      <p:sp>
        <p:nvSpPr>
          <p:cNvPr id="128" name="Google Shape;128;p20"/>
          <p:cNvSpPr txBox="1"/>
          <p:nvPr>
            <p:ph type="title"/>
          </p:nvPr>
        </p:nvSpPr>
        <p:spPr>
          <a:xfrm>
            <a:off x="729450" y="6328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lang="en" sz="2540"/>
              <a:t>Why is System Testing Important?</a:t>
            </a:r>
            <a:endParaRPr sz="2540"/>
          </a:p>
        </p:txBody>
      </p:sp>
      <p:sp>
        <p:nvSpPr>
          <p:cNvPr id="129" name="Google Shape;129;p20"/>
          <p:cNvSpPr txBox="1"/>
          <p:nvPr>
            <p:ph idx="1" type="body"/>
          </p:nvPr>
        </p:nvSpPr>
        <p:spPr>
          <a:xfrm>
            <a:off x="729450" y="1240675"/>
            <a:ext cx="7688700" cy="3815100"/>
          </a:xfrm>
          <a:prstGeom prst="rect">
            <a:avLst/>
          </a:prstGeom>
        </p:spPr>
        <p:txBody>
          <a:bodyPr anchorCtr="0" anchor="t" bIns="91425" lIns="91425" spcFirstLastPara="1" rIns="91425" wrap="square" tIns="91425">
            <a:noAutofit/>
          </a:bodyPr>
          <a:lstStyle/>
          <a:p>
            <a:pPr indent="-323850" lvl="0" marL="457200" rtl="0" algn="l">
              <a:spcBef>
                <a:spcPts val="0"/>
              </a:spcBef>
              <a:spcAft>
                <a:spcPts val="0"/>
              </a:spcAft>
              <a:buSzPts val="1500"/>
              <a:buChar char="●"/>
            </a:pPr>
            <a:r>
              <a:rPr lang="en" sz="1800"/>
              <a:t>System Testing gives hundred percent assurance of system performance as it covers end to end function of the system.</a:t>
            </a:r>
            <a:endParaRPr sz="1800"/>
          </a:p>
          <a:p>
            <a:pPr indent="-323850" lvl="0" marL="457200" rtl="0" algn="l">
              <a:spcBef>
                <a:spcPts val="0"/>
              </a:spcBef>
              <a:spcAft>
                <a:spcPts val="0"/>
              </a:spcAft>
              <a:buSzPts val="1500"/>
              <a:buChar char="●"/>
            </a:pPr>
            <a:r>
              <a:rPr lang="en" sz="1800"/>
              <a:t>It includes testing of System software architecture and business requirements.</a:t>
            </a:r>
            <a:endParaRPr sz="1800"/>
          </a:p>
          <a:p>
            <a:pPr indent="-323850" lvl="0" marL="457200" rtl="0" algn="l">
              <a:spcBef>
                <a:spcPts val="0"/>
              </a:spcBef>
              <a:spcAft>
                <a:spcPts val="0"/>
              </a:spcAft>
              <a:buSzPts val="1500"/>
              <a:buChar char="●"/>
            </a:pPr>
            <a:r>
              <a:rPr lang="en" sz="1800"/>
              <a:t>It helps in mitigating live issues and bugs even after production.</a:t>
            </a:r>
            <a:endParaRPr sz="1800"/>
          </a:p>
          <a:p>
            <a:pPr indent="-323850" lvl="0" marL="457200" rtl="0" algn="l">
              <a:spcBef>
                <a:spcPts val="0"/>
              </a:spcBef>
              <a:spcAft>
                <a:spcPts val="0"/>
              </a:spcAft>
              <a:buSzPts val="1500"/>
              <a:buChar char="●"/>
            </a:pPr>
            <a:r>
              <a:rPr lang="en" sz="1800"/>
              <a:t>System testing uses both existing system and a new system to feed same data in both and then compare the differences in functionalities of added and existing functions so, the user can understand benefits of new added functions of the system.</a:t>
            </a:r>
            <a:endParaRPr sz="1800"/>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3" name="Shape 133"/>
        <p:cNvGrpSpPr/>
        <p:nvPr/>
      </p:nvGrpSpPr>
      <p:grpSpPr>
        <a:xfrm>
          <a:off x="0" y="0"/>
          <a:ext cx="0" cy="0"/>
          <a:chOff x="0" y="0"/>
          <a:chExt cx="0" cy="0"/>
        </a:xfrm>
      </p:grpSpPr>
      <p:sp>
        <p:nvSpPr>
          <p:cNvPr id="134" name="Google Shape;134;p21"/>
          <p:cNvSpPr txBox="1"/>
          <p:nvPr>
            <p:ph type="title"/>
          </p:nvPr>
        </p:nvSpPr>
        <p:spPr>
          <a:xfrm>
            <a:off x="729450" y="6328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lang="en" sz="2540"/>
              <a:t>Tools used for System Testing</a:t>
            </a:r>
            <a:endParaRPr sz="2540"/>
          </a:p>
        </p:txBody>
      </p:sp>
      <p:sp>
        <p:nvSpPr>
          <p:cNvPr id="135" name="Google Shape;135;p21"/>
          <p:cNvSpPr txBox="1"/>
          <p:nvPr>
            <p:ph idx="1" type="body"/>
          </p:nvPr>
        </p:nvSpPr>
        <p:spPr>
          <a:xfrm>
            <a:off x="729450" y="1240675"/>
            <a:ext cx="7688700" cy="38151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lang="en" sz="1800"/>
              <a:t>JMeter</a:t>
            </a:r>
            <a:endParaRPr sz="1800"/>
          </a:p>
          <a:p>
            <a:pPr indent="-342900" lvl="0" marL="457200" rtl="0" algn="l">
              <a:spcBef>
                <a:spcPts val="0"/>
              </a:spcBef>
              <a:spcAft>
                <a:spcPts val="0"/>
              </a:spcAft>
              <a:buSzPts val="1800"/>
              <a:buChar char="●"/>
            </a:pPr>
            <a:r>
              <a:rPr lang="en" sz="1800"/>
              <a:t>Gallen Framework</a:t>
            </a:r>
            <a:endParaRPr sz="1800"/>
          </a:p>
          <a:p>
            <a:pPr indent="-342900" lvl="0" marL="457200" rtl="0" algn="l">
              <a:spcBef>
                <a:spcPts val="0"/>
              </a:spcBef>
              <a:spcAft>
                <a:spcPts val="0"/>
              </a:spcAft>
              <a:buSzPts val="1800"/>
              <a:buChar char="●"/>
            </a:pPr>
            <a:r>
              <a:rPr lang="en" sz="1800"/>
              <a:t>Selenium</a:t>
            </a:r>
            <a:endParaRPr sz="1800"/>
          </a:p>
          <a:p>
            <a:pPr indent="-342900" lvl="0" marL="457200" rtl="0" algn="l">
              <a:spcBef>
                <a:spcPts val="0"/>
              </a:spcBef>
              <a:spcAft>
                <a:spcPts val="0"/>
              </a:spcAft>
              <a:buSzPts val="1800"/>
              <a:buChar char="●"/>
            </a:pPr>
            <a:r>
              <a:rPr lang="en" sz="1800"/>
              <a:t>HP Quality Center/ALM</a:t>
            </a:r>
            <a:endParaRPr sz="1800"/>
          </a:p>
          <a:p>
            <a:pPr indent="-342900" lvl="0" marL="457200" rtl="0" algn="l">
              <a:spcBef>
                <a:spcPts val="0"/>
              </a:spcBef>
              <a:spcAft>
                <a:spcPts val="0"/>
              </a:spcAft>
              <a:buSzPts val="1800"/>
              <a:buChar char="●"/>
            </a:pPr>
            <a:r>
              <a:rPr lang="en" sz="1800"/>
              <a:t>IBM Rational Quality Manager</a:t>
            </a:r>
            <a:endParaRPr sz="1800"/>
          </a:p>
          <a:p>
            <a:pPr indent="-342900" lvl="0" marL="457200" rtl="0" algn="l">
              <a:spcBef>
                <a:spcPts val="0"/>
              </a:spcBef>
              <a:spcAft>
                <a:spcPts val="0"/>
              </a:spcAft>
              <a:buSzPts val="1800"/>
              <a:buChar char="●"/>
            </a:pPr>
            <a:r>
              <a:rPr lang="en" sz="1800"/>
              <a:t>Selenium</a:t>
            </a:r>
            <a:endParaRPr sz="1800"/>
          </a:p>
          <a:p>
            <a:pPr indent="-342900" lvl="0" marL="457200" rtl="0" algn="l">
              <a:spcBef>
                <a:spcPts val="0"/>
              </a:spcBef>
              <a:spcAft>
                <a:spcPts val="0"/>
              </a:spcAft>
              <a:buSzPts val="1800"/>
              <a:buChar char="●"/>
            </a:pPr>
            <a:r>
              <a:rPr lang="en" sz="1800"/>
              <a:t>Appium</a:t>
            </a:r>
            <a:endParaRPr sz="1800"/>
          </a:p>
          <a:p>
            <a:pPr indent="-342900" lvl="0" marL="457200" rtl="0" algn="l">
              <a:spcBef>
                <a:spcPts val="0"/>
              </a:spcBef>
              <a:spcAft>
                <a:spcPts val="0"/>
              </a:spcAft>
              <a:buSzPts val="1800"/>
              <a:buChar char="●"/>
            </a:pPr>
            <a:r>
              <a:rPr lang="en" sz="1800"/>
              <a:t>LoadRunner</a:t>
            </a:r>
            <a:endParaRPr sz="1800"/>
          </a:p>
          <a:p>
            <a:pPr indent="-342900" lvl="0" marL="457200" rtl="0" algn="l">
              <a:spcBef>
                <a:spcPts val="0"/>
              </a:spcBef>
              <a:spcAft>
                <a:spcPts val="0"/>
              </a:spcAft>
              <a:buSzPts val="1800"/>
              <a:buChar char="●"/>
            </a:pPr>
            <a:r>
              <a:rPr lang="en" sz="1800"/>
              <a:t>Apache JServ</a:t>
            </a:r>
            <a:endParaRPr sz="1800"/>
          </a:p>
          <a:p>
            <a:pPr indent="-342900" lvl="0" marL="457200" rtl="0" algn="l">
              <a:spcBef>
                <a:spcPts val="0"/>
              </a:spcBef>
              <a:spcAft>
                <a:spcPts val="0"/>
              </a:spcAft>
              <a:buSzPts val="1800"/>
              <a:buChar char="●"/>
            </a:pPr>
            <a:r>
              <a:rPr lang="en" sz="1800"/>
              <a:t>SoapUI</a:t>
            </a:r>
            <a:endParaRPr sz="1800"/>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9" name="Shape 139"/>
        <p:cNvGrpSpPr/>
        <p:nvPr/>
      </p:nvGrpSpPr>
      <p:grpSpPr>
        <a:xfrm>
          <a:off x="0" y="0"/>
          <a:ext cx="0" cy="0"/>
          <a:chOff x="0" y="0"/>
          <a:chExt cx="0" cy="0"/>
        </a:xfrm>
      </p:grpSpPr>
      <p:sp>
        <p:nvSpPr>
          <p:cNvPr id="140" name="Google Shape;140;p22"/>
          <p:cNvSpPr txBox="1"/>
          <p:nvPr>
            <p:ph type="title"/>
          </p:nvPr>
        </p:nvSpPr>
        <p:spPr>
          <a:xfrm>
            <a:off x="729450" y="6328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lang="en" sz="2540"/>
              <a:t>Advantages of System Testing</a:t>
            </a:r>
            <a:endParaRPr sz="2540"/>
          </a:p>
        </p:txBody>
      </p:sp>
      <p:sp>
        <p:nvSpPr>
          <p:cNvPr id="141" name="Google Shape;141;p22"/>
          <p:cNvSpPr txBox="1"/>
          <p:nvPr>
            <p:ph idx="1" type="body"/>
          </p:nvPr>
        </p:nvSpPr>
        <p:spPr>
          <a:xfrm>
            <a:off x="729450" y="1240675"/>
            <a:ext cx="7688700" cy="3815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800"/>
              <a:t>The testers do not require more knowledge of programming to carry out this testing.</a:t>
            </a:r>
            <a:endParaRPr sz="1800"/>
          </a:p>
          <a:p>
            <a:pPr indent="0" lvl="0" marL="0" rtl="0" algn="l">
              <a:spcBef>
                <a:spcPts val="1200"/>
              </a:spcBef>
              <a:spcAft>
                <a:spcPts val="0"/>
              </a:spcAft>
              <a:buNone/>
            </a:pPr>
            <a:r>
              <a:rPr lang="en" sz="1800"/>
              <a:t>It will test the entire product or software so that we will easily detect the errors or defects which cannot be identified during the unit testing and integration testing.</a:t>
            </a:r>
            <a:endParaRPr sz="1800"/>
          </a:p>
          <a:p>
            <a:pPr indent="0" lvl="0" marL="0" rtl="0" algn="l">
              <a:spcBef>
                <a:spcPts val="1200"/>
              </a:spcBef>
              <a:spcAft>
                <a:spcPts val="0"/>
              </a:spcAft>
              <a:buNone/>
            </a:pPr>
            <a:r>
              <a:rPr lang="en" sz="1800"/>
              <a:t>The testing environment is similar to that of the real time production or business environment.</a:t>
            </a:r>
            <a:endParaRPr sz="1800"/>
          </a:p>
          <a:p>
            <a:pPr indent="0" lvl="0" marL="0" rtl="0" algn="l">
              <a:spcBef>
                <a:spcPts val="1200"/>
              </a:spcBef>
              <a:spcAft>
                <a:spcPts val="1200"/>
              </a:spcAft>
              <a:buNone/>
            </a:pPr>
            <a:r>
              <a:rPr lang="en" sz="1800"/>
              <a:t>It checks the entire functionality of the system with different test scripts and also it covers the technical and business requirements of clients.</a:t>
            </a:r>
            <a:endParaRPr sz="1800"/>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5" name="Shape 145"/>
        <p:cNvGrpSpPr/>
        <p:nvPr/>
      </p:nvGrpSpPr>
      <p:grpSpPr>
        <a:xfrm>
          <a:off x="0" y="0"/>
          <a:ext cx="0" cy="0"/>
          <a:chOff x="0" y="0"/>
          <a:chExt cx="0" cy="0"/>
        </a:xfrm>
      </p:grpSpPr>
      <p:sp>
        <p:nvSpPr>
          <p:cNvPr id="146" name="Google Shape;146;p23"/>
          <p:cNvSpPr txBox="1"/>
          <p:nvPr>
            <p:ph type="title"/>
          </p:nvPr>
        </p:nvSpPr>
        <p:spPr>
          <a:xfrm>
            <a:off x="729450" y="6328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lang="en" sz="2540"/>
              <a:t>Disadvantages of System Testing</a:t>
            </a:r>
            <a:endParaRPr sz="2540"/>
          </a:p>
        </p:txBody>
      </p:sp>
      <p:sp>
        <p:nvSpPr>
          <p:cNvPr id="147" name="Google Shape;147;p23"/>
          <p:cNvSpPr txBox="1"/>
          <p:nvPr>
            <p:ph idx="1" type="body"/>
          </p:nvPr>
        </p:nvSpPr>
        <p:spPr>
          <a:xfrm>
            <a:off x="729450" y="1240675"/>
            <a:ext cx="7688700" cy="38151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lang="en" sz="1800"/>
              <a:t>This testing is time consuming process than another testing techniques since it checks the entire product or software.</a:t>
            </a:r>
            <a:endParaRPr sz="1800"/>
          </a:p>
          <a:p>
            <a:pPr indent="-342900" lvl="0" marL="457200" rtl="0" algn="l">
              <a:spcBef>
                <a:spcPts val="0"/>
              </a:spcBef>
              <a:spcAft>
                <a:spcPts val="0"/>
              </a:spcAft>
              <a:buSzPts val="1800"/>
              <a:buChar char="❏"/>
            </a:pPr>
            <a:r>
              <a:rPr lang="en" sz="1800"/>
              <a:t>The cost for the testing will be high since it covers the testing of entire software.</a:t>
            </a:r>
            <a:endParaRPr sz="1800"/>
          </a:p>
          <a:p>
            <a:pPr indent="-342900" lvl="0" marL="457200" rtl="0" algn="l">
              <a:spcBef>
                <a:spcPts val="0"/>
              </a:spcBef>
              <a:spcAft>
                <a:spcPts val="0"/>
              </a:spcAft>
              <a:buSzPts val="1800"/>
              <a:buChar char="❏"/>
            </a:pPr>
            <a:r>
              <a:rPr lang="en" sz="1800"/>
              <a:t>It needs good debugging tool otherwise the hidden errors will not be found.</a:t>
            </a:r>
            <a:endParaRPr sz="1800"/>
          </a:p>
          <a:p>
            <a:pPr indent="-342900" lvl="0" marL="457200" rtl="0" algn="l">
              <a:spcBef>
                <a:spcPts val="0"/>
              </a:spcBef>
              <a:spcAft>
                <a:spcPts val="0"/>
              </a:spcAft>
              <a:buSzPts val="1800"/>
              <a:buChar char="❏"/>
            </a:pPr>
            <a:r>
              <a:rPr lang="en" sz="1800"/>
              <a:t>Can be time-consuming and expensive.</a:t>
            </a:r>
            <a:endParaRPr sz="1800"/>
          </a:p>
          <a:p>
            <a:pPr indent="-342900" lvl="0" marL="457200" rtl="0" algn="l">
              <a:spcBef>
                <a:spcPts val="0"/>
              </a:spcBef>
              <a:spcAft>
                <a:spcPts val="0"/>
              </a:spcAft>
              <a:buSzPts val="1800"/>
              <a:buChar char="❏"/>
            </a:pPr>
            <a:r>
              <a:rPr lang="en" sz="1800"/>
              <a:t>Requires adequate resources and infrastructure.</a:t>
            </a:r>
            <a:endParaRPr sz="1800"/>
          </a:p>
          <a:p>
            <a:pPr indent="-342900" lvl="0" marL="457200" rtl="0" algn="l">
              <a:spcBef>
                <a:spcPts val="0"/>
              </a:spcBef>
              <a:spcAft>
                <a:spcPts val="0"/>
              </a:spcAft>
              <a:buSzPts val="1800"/>
              <a:buChar char="❏"/>
            </a:pPr>
            <a:r>
              <a:rPr lang="en" sz="1800"/>
              <a:t>Can be complex and challenging, especially for large and complex systems.</a:t>
            </a:r>
            <a:endParaRPr sz="1800"/>
          </a:p>
          <a:p>
            <a:pPr indent="-342900" lvl="0" marL="457200" rtl="0" algn="l">
              <a:spcBef>
                <a:spcPts val="0"/>
              </a:spcBef>
              <a:spcAft>
                <a:spcPts val="0"/>
              </a:spcAft>
              <a:buSzPts val="1800"/>
              <a:buChar char="❏"/>
            </a:pPr>
            <a:r>
              <a:rPr lang="en" sz="1800"/>
              <a:t>Dependent on the quality of requirements and design documents.</a:t>
            </a:r>
            <a:endParaRPr sz="1800"/>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1" name="Shape 151"/>
        <p:cNvGrpSpPr/>
        <p:nvPr/>
      </p:nvGrpSpPr>
      <p:grpSpPr>
        <a:xfrm>
          <a:off x="0" y="0"/>
          <a:ext cx="0" cy="0"/>
          <a:chOff x="0" y="0"/>
          <a:chExt cx="0" cy="0"/>
        </a:xfrm>
      </p:grpSpPr>
      <p:sp>
        <p:nvSpPr>
          <p:cNvPr id="152" name="Google Shape;152;p24"/>
          <p:cNvSpPr txBox="1"/>
          <p:nvPr>
            <p:ph type="title"/>
          </p:nvPr>
        </p:nvSpPr>
        <p:spPr>
          <a:xfrm>
            <a:off x="729450" y="6328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lang="en" sz="2540"/>
              <a:t>Disadvantages of System Testing…</a:t>
            </a:r>
            <a:endParaRPr sz="2540"/>
          </a:p>
        </p:txBody>
      </p:sp>
      <p:sp>
        <p:nvSpPr>
          <p:cNvPr id="153" name="Google Shape;153;p24"/>
          <p:cNvSpPr txBox="1"/>
          <p:nvPr>
            <p:ph idx="1" type="body"/>
          </p:nvPr>
        </p:nvSpPr>
        <p:spPr>
          <a:xfrm>
            <a:off x="729450" y="1240675"/>
            <a:ext cx="7688700" cy="38151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lang="en" sz="1800"/>
              <a:t>Limited visibility into the internal workings of the system.</a:t>
            </a:r>
            <a:endParaRPr sz="1800"/>
          </a:p>
          <a:p>
            <a:pPr indent="-342900" lvl="0" marL="457200" rtl="0" algn="l">
              <a:spcBef>
                <a:spcPts val="0"/>
              </a:spcBef>
              <a:spcAft>
                <a:spcPts val="0"/>
              </a:spcAft>
              <a:buSzPts val="1800"/>
              <a:buChar char="❏"/>
            </a:pPr>
            <a:r>
              <a:rPr lang="en" sz="1800"/>
              <a:t>Can be impacted by external factors like hardware and network configurations.</a:t>
            </a:r>
            <a:endParaRPr sz="1800"/>
          </a:p>
          <a:p>
            <a:pPr indent="-342900" lvl="0" marL="457200" rtl="0" algn="l">
              <a:spcBef>
                <a:spcPts val="0"/>
              </a:spcBef>
              <a:spcAft>
                <a:spcPts val="0"/>
              </a:spcAft>
              <a:buSzPts val="1800"/>
              <a:buChar char="❏"/>
            </a:pPr>
            <a:r>
              <a:rPr lang="en" sz="1800"/>
              <a:t>Requires proper planning, coordination, and execution.</a:t>
            </a:r>
            <a:endParaRPr sz="1800"/>
          </a:p>
          <a:p>
            <a:pPr indent="-342900" lvl="0" marL="457200" rtl="0" algn="l">
              <a:spcBef>
                <a:spcPts val="0"/>
              </a:spcBef>
              <a:spcAft>
                <a:spcPts val="0"/>
              </a:spcAft>
              <a:buSzPts val="1800"/>
              <a:buChar char="❏"/>
            </a:pPr>
            <a:r>
              <a:rPr lang="en" sz="1800"/>
              <a:t>Can be impacted by changes made during development.</a:t>
            </a:r>
            <a:endParaRPr sz="1800"/>
          </a:p>
          <a:p>
            <a:pPr indent="-342900" lvl="0" marL="457200" rtl="0" algn="l">
              <a:spcBef>
                <a:spcPts val="0"/>
              </a:spcBef>
              <a:spcAft>
                <a:spcPts val="0"/>
              </a:spcAft>
              <a:buSzPts val="1800"/>
              <a:buChar char="❏"/>
            </a:pPr>
            <a:r>
              <a:rPr lang="en" sz="1800"/>
              <a:t>Requires specialized skills and expertise.</a:t>
            </a:r>
            <a:endParaRPr sz="1800"/>
          </a:p>
          <a:p>
            <a:pPr indent="-342900" lvl="0" marL="457200" rtl="0" algn="l">
              <a:spcBef>
                <a:spcPts val="0"/>
              </a:spcBef>
              <a:spcAft>
                <a:spcPts val="0"/>
              </a:spcAft>
              <a:buSzPts val="1800"/>
              <a:buChar char="❏"/>
            </a:pPr>
            <a:r>
              <a:rPr lang="en" sz="1800"/>
              <a:t>May require multiple test cycles to achieve desired results.</a:t>
            </a:r>
            <a:endParaRPr sz="1800"/>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7" name="Shape 157"/>
        <p:cNvGrpSpPr/>
        <p:nvPr/>
      </p:nvGrpSpPr>
      <p:grpSpPr>
        <a:xfrm>
          <a:off x="0" y="0"/>
          <a:ext cx="0" cy="0"/>
          <a:chOff x="0" y="0"/>
          <a:chExt cx="0" cy="0"/>
        </a:xfrm>
      </p:grpSpPr>
      <p:sp>
        <p:nvSpPr>
          <p:cNvPr id="158" name="Google Shape;158;p25"/>
          <p:cNvSpPr txBox="1"/>
          <p:nvPr>
            <p:ph type="title"/>
          </p:nvPr>
        </p:nvSpPr>
        <p:spPr>
          <a:xfrm>
            <a:off x="729450" y="632850"/>
            <a:ext cx="7688700" cy="5352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None/>
            </a:pPr>
            <a:r>
              <a:rPr lang="en"/>
              <a:t>Q&amp;A’s ?</a:t>
            </a:r>
            <a:endParaRPr/>
          </a:p>
        </p:txBody>
      </p:sp>
      <p:sp>
        <p:nvSpPr>
          <p:cNvPr id="159" name="Google Shape;159;p25"/>
          <p:cNvSpPr txBox="1"/>
          <p:nvPr>
            <p:ph idx="1" type="body"/>
          </p:nvPr>
        </p:nvSpPr>
        <p:spPr>
          <a:xfrm>
            <a:off x="729450" y="2320025"/>
            <a:ext cx="7688700" cy="1320600"/>
          </a:xfrm>
          <a:prstGeom prst="rect">
            <a:avLst/>
          </a:prstGeom>
        </p:spPr>
        <p:txBody>
          <a:bodyPr anchorCtr="0" anchor="t" bIns="91425" lIns="91425" spcFirstLastPara="1" rIns="91425" wrap="square" tIns="91425">
            <a:normAutofit/>
          </a:bodyPr>
          <a:lstStyle/>
          <a:p>
            <a:pPr indent="0" lvl="0" marL="457200" rtl="0" algn="ctr">
              <a:lnSpc>
                <a:spcPct val="100000"/>
              </a:lnSpc>
              <a:spcBef>
                <a:spcPts val="0"/>
              </a:spcBef>
              <a:spcAft>
                <a:spcPts val="0"/>
              </a:spcAft>
              <a:buNone/>
            </a:pPr>
            <a:r>
              <a:rPr lang="en" sz="2900">
                <a:solidFill>
                  <a:srgbClr val="000000"/>
                </a:solidFill>
                <a:latin typeface="Calibri"/>
                <a:ea typeface="Calibri"/>
                <a:cs typeface="Calibri"/>
                <a:sym typeface="Calibri"/>
              </a:rPr>
              <a:t>Thank you !</a:t>
            </a:r>
            <a:endParaRPr sz="2900">
              <a:solidFill>
                <a:srgbClr val="000000"/>
              </a:solidFill>
              <a:latin typeface="Calibri"/>
              <a:ea typeface="Calibri"/>
              <a:cs typeface="Calibri"/>
              <a:sym typeface="Calibri"/>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9"/>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treamline">
  <a:themeElements>
    <a:clrScheme name="Streamline">
      <a:dk1>
        <a:srgbClr val="1A9988"/>
      </a:dk1>
      <a:lt1>
        <a:srgbClr val="FFFFFF"/>
      </a:lt1>
      <a:dk2>
        <a:srgbClr val="1A1A1A"/>
      </a:dk2>
      <a:lt2>
        <a:srgbClr val="E9EDEE"/>
      </a:lt2>
      <a:accent1>
        <a:srgbClr val="595959"/>
      </a:accent1>
      <a:accent2>
        <a:srgbClr val="6AA4C8"/>
      </a:accent2>
      <a:accent3>
        <a:srgbClr val="EB5600"/>
      </a:accent3>
      <a:accent4>
        <a:srgbClr val="A2FFE8"/>
      </a:accent4>
      <a:accent5>
        <a:srgbClr val="1C3678"/>
      </a:accent5>
      <a:accent6>
        <a:srgbClr val="FFB8A2"/>
      </a:accent6>
      <a:hlink>
        <a:srgbClr val="1C3678"/>
      </a:hlink>
      <a:folHlink>
        <a:srgbClr val="1C3678"/>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