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6a117d3ff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6a117d3ff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a117d3ff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a117d3ff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c39602566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c39602566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c39602566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c39602566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c39602566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c39602566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39602566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c39602566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39602566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c39602566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c39602566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c39602566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a117d3ff3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a117d3ff3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Quality Assurance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HNDIT-4022</a:t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38761D"/>
                </a:solidFill>
              </a:rPr>
              <a:t>Software Testing Techniques</a:t>
            </a:r>
            <a:endParaRPr b="1" sz="21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/>
              <a:t>Software Testing Techniques </a:t>
            </a:r>
            <a:endParaRPr sz="254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240675"/>
            <a:ext cx="7688700" cy="3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Testing Techniques: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Testing techniques are the means used by testers to accomplish their test objectives.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Software Testing Techniques help you design better test cases. Since exhaustive testing is not possible;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Manual Testing Techniques help reduce the number of test cases to be executed while increasing test coverage.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They help identify test conditions that are otherwise difficult to recognize.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of Software Testing Technique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1240675"/>
            <a:ext cx="7688700" cy="3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Black</a:t>
            </a:r>
            <a:r>
              <a:rPr lang="en" sz="1800">
                <a:solidFill>
                  <a:srgbClr val="4B4F58"/>
                </a:solidFill>
              </a:rPr>
              <a:t> Box Testing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White Box Testing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Gray Box Testing</a:t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Black Box Testing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1168050"/>
            <a:ext cx="7688700" cy="3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B4F58"/>
                </a:solidFill>
              </a:rPr>
              <a:t>Black Box Testing : tester tests the application.software by applying different inputs and comparing the output with expected results.</a:t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B4F58"/>
                </a:solidFill>
              </a:rPr>
              <a:t>It is also known as Behavioural Testing.</a:t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300" y="3067050"/>
            <a:ext cx="451485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 in</a:t>
            </a:r>
            <a:r>
              <a:rPr lang="en"/>
              <a:t> Black Box Testing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450" y="1240675"/>
            <a:ext cx="7688700" cy="3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Boundary Value Analysis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Equivalence class </a:t>
            </a:r>
            <a:r>
              <a:rPr lang="en" sz="1800">
                <a:solidFill>
                  <a:srgbClr val="4B4F58"/>
                </a:solidFill>
              </a:rPr>
              <a:t>partitioning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Decision Table based testing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State Transition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Error guessing</a:t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</a:t>
            </a:r>
            <a:r>
              <a:rPr lang="en"/>
              <a:t> Box Testing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1240675"/>
            <a:ext cx="7688700" cy="3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B4F58"/>
                </a:solidFill>
              </a:rPr>
              <a:t>White box testing is a verification technique where software engineers can use to examine if the code works as expected or not.</a:t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B4F58"/>
                </a:solidFill>
              </a:rPr>
              <a:t>It is the strategy testing is based on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Software’s internal paths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Design and coding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Logics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Structures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Implementation of software under test</a:t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 in </a:t>
            </a:r>
            <a:r>
              <a:rPr lang="en"/>
              <a:t>White Box Testing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9450" y="1240675"/>
            <a:ext cx="7688700" cy="3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5225" y="1554425"/>
            <a:ext cx="3618900" cy="27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Gray</a:t>
            </a:r>
            <a:r>
              <a:rPr lang="en"/>
              <a:t> Box Testing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729450" y="1240675"/>
            <a:ext cx="7688700" cy="3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B4F58"/>
                </a:solidFill>
              </a:rPr>
              <a:t>It is a software testing methodology to test the software with partial knowledge of the code in the application—a combination Black and White box testing.</a:t>
            </a:r>
            <a:endParaRPr sz="1800">
              <a:solidFill>
                <a:srgbClr val="4B4F58"/>
              </a:solidFill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400" y="2895600"/>
            <a:ext cx="52959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 in </a:t>
            </a:r>
            <a:r>
              <a:rPr lang="en"/>
              <a:t>Gray Box Testing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9450" y="1240675"/>
            <a:ext cx="7688700" cy="3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Matrix Testing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Regression Testing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Orthogonal Array Testing</a:t>
            </a:r>
            <a:endParaRPr sz="1800">
              <a:solidFill>
                <a:srgbClr val="4B4F58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4F58"/>
              </a:buClr>
              <a:buSzPts val="1800"/>
              <a:buChar char="-"/>
            </a:pPr>
            <a:r>
              <a:rPr lang="en" sz="1800">
                <a:solidFill>
                  <a:srgbClr val="4B4F58"/>
                </a:solidFill>
              </a:rPr>
              <a:t>Pattern Testing</a:t>
            </a:r>
            <a:endParaRPr sz="1800">
              <a:solidFill>
                <a:srgbClr val="4B4F5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4F5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Q&amp;A’s ?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729450" y="2320025"/>
            <a:ext cx="76887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 you !</a:t>
            </a:r>
            <a:endParaRPr sz="2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