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99" r:id="rId4"/>
    <p:sldId id="301" r:id="rId5"/>
    <p:sldId id="300" r:id="rId6"/>
    <p:sldId id="303" r:id="rId7"/>
    <p:sldId id="304" r:id="rId8"/>
    <p:sldId id="305" r:id="rId9"/>
    <p:sldId id="307" r:id="rId10"/>
    <p:sldId id="308" r:id="rId11"/>
    <p:sldId id="306" r:id="rId12"/>
    <p:sldId id="310" r:id="rId13"/>
    <p:sldId id="311" r:id="rId14"/>
    <p:sldId id="309" r:id="rId15"/>
    <p:sldId id="312" r:id="rId16"/>
    <p:sldId id="313" r:id="rId17"/>
    <p:sldId id="314" r:id="rId18"/>
    <p:sldId id="315" r:id="rId19"/>
    <p:sldId id="302" r:id="rId20"/>
    <p:sldId id="298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93" autoAdjust="0"/>
    <p:restoredTop sz="94660"/>
  </p:normalViewPr>
  <p:slideViewPr>
    <p:cSldViewPr>
      <p:cViewPr varScale="1">
        <p:scale>
          <a:sx n="81" d="100"/>
          <a:sy n="81" d="100"/>
        </p:scale>
        <p:origin x="1584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7404"/>
            <a:ext cx="9144000" cy="256685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3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Chapter 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53000" y="2362205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Course Title style</a:t>
            </a:r>
          </a:p>
        </p:txBody>
      </p:sp>
    </p:spTree>
    <p:extLst>
      <p:ext uri="{BB962C8B-B14F-4D97-AF65-F5344CB8AC3E}">
        <p14:creationId xmlns:p14="http://schemas.microsoft.com/office/powerpoint/2010/main" val="1302127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172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10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815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61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9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40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32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718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74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3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8DD56F-A681-4805-A5A2-3EFEAD22C2F4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37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91437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914377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Software Architecture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HNDIT 4012 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3578411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covered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Software Architectures</a:t>
            </a:r>
          </a:p>
          <a:p>
            <a:r>
              <a:rPr lang="en-US" dirty="0"/>
              <a:t>Software Patterns</a:t>
            </a:r>
          </a:p>
          <a:p>
            <a:r>
              <a:rPr lang="en-US" dirty="0"/>
              <a:t>MVC</a:t>
            </a:r>
          </a:p>
          <a:p>
            <a:r>
              <a:rPr lang="en-US" dirty="0"/>
              <a:t>Layered</a:t>
            </a:r>
          </a:p>
          <a:p>
            <a:r>
              <a:rPr lang="en-US" dirty="0"/>
              <a:t>Client Server</a:t>
            </a:r>
          </a:p>
          <a:p>
            <a:r>
              <a:rPr lang="en-US" dirty="0"/>
              <a:t>Repository</a:t>
            </a:r>
          </a:p>
          <a:p>
            <a:r>
              <a:rPr lang="en-US" dirty="0"/>
              <a:t>Pipe and Filter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033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F9059-E261-46F9-B9D1-AB7FD31D0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Software Architecture?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A475D-F446-4098-BC04-DCC1E49DE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Software architecture refers to the high-level structure or organization of a software system, which defines the components, relationships, and interactions that make up the system.</a:t>
            </a:r>
          </a:p>
        </p:txBody>
      </p:sp>
    </p:spTree>
    <p:extLst>
      <p:ext uri="{BB962C8B-B14F-4D97-AF65-F5344CB8AC3E}">
        <p14:creationId xmlns:p14="http://schemas.microsoft.com/office/powerpoint/2010/main" val="2001275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FCDD6-4C41-4EC2-8FE6-79F2C6A24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Key Aspects of Software Architecture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8D6ADE1-07E3-40C9-B4C1-93AA54DAFC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3601" y="1905000"/>
            <a:ext cx="7544134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432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ACD89-C729-489C-B69F-72364420B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Example- Software Architecture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26AE24-6343-49E0-AE7C-5FA959816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architecture of a packing robot control system.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610B10-A24E-481D-B424-7E9F8F912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2946696"/>
            <a:ext cx="3977985" cy="3200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009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AEAA9-346C-4C11-8854-C18835146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Architectural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311FC-89E2-4628-8666-6CE8CD8DF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think of an architectural pattern as a stylized, abstract description of good practice, which has been tried and tested in different systems and environments.</a:t>
            </a:r>
          </a:p>
        </p:txBody>
      </p:sp>
    </p:spTree>
    <p:extLst>
      <p:ext uri="{BB962C8B-B14F-4D97-AF65-F5344CB8AC3E}">
        <p14:creationId xmlns:p14="http://schemas.microsoft.com/office/powerpoint/2010/main" val="1204636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65A0F-25CE-4FC9-8477-0B256526B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Model-View-Controller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E113B-8D27-4E7F-B22B-FF4CC4AB7F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pattern is the basis of interaction management in many web-based systems.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3B015F-9E41-4DE1-B423-3ACA0E2F5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3429000"/>
            <a:ext cx="4201995" cy="2620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705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26E31-96F9-44C4-A840-5A0105E4A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Example-MVC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04F8A-F386-4C8F-A795-7E3082388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AF2212-1E08-466B-9F88-D27434F3F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2099022"/>
            <a:ext cx="5029200" cy="3833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779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9D47B-2775-47D7-9F94-FB1636CD5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Layered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234A5-F7D3-40ED-9D86-82812D96F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layered approach supports the incremental development of systems. </a:t>
            </a:r>
          </a:p>
          <a:p>
            <a:r>
              <a:rPr lang="en-US" dirty="0"/>
              <a:t>As a layer is developed, some of the services provided by that layer may be made available to users. </a:t>
            </a:r>
          </a:p>
          <a:p>
            <a:r>
              <a:rPr lang="en-US" dirty="0"/>
              <a:t>The architecture is also changeable and portable.</a:t>
            </a:r>
          </a:p>
        </p:txBody>
      </p:sp>
    </p:spTree>
    <p:extLst>
      <p:ext uri="{BB962C8B-B14F-4D97-AF65-F5344CB8AC3E}">
        <p14:creationId xmlns:p14="http://schemas.microsoft.com/office/powerpoint/2010/main" val="2681147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102E8-4513-4A95-BD74-0FF08FF0F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 Layers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80484-444B-4A20-807F-FDB02793A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F7ACFD-52F8-4ADC-B6C1-48F419668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438400"/>
            <a:ext cx="4800600" cy="3341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228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201B1-5769-4C37-802F-A92BB1505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Example- Layered Architecture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01B34-2FE8-4C31-8EE7-83D7EEC81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93F0F6-65A2-4337-8292-4752A10F1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2209800"/>
            <a:ext cx="4551279" cy="34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4122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16933-3BCC-48D6-B1FA-551914E07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Repository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FA87F-30C3-4158-B6F8-19F5AAF2F3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data in a system is managed in a central repository that is accessible to all system components. Components do not interact directly, only through the repository.</a:t>
            </a:r>
          </a:p>
        </p:txBody>
      </p:sp>
    </p:spTree>
    <p:extLst>
      <p:ext uri="{BB962C8B-B14F-4D97-AF65-F5344CB8AC3E}">
        <p14:creationId xmlns:p14="http://schemas.microsoft.com/office/powerpoint/2010/main" val="2608073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F24A2-A011-45AF-9342-53EF9BA38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Example- Repository Architecture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4BF693-DF45-4C54-BB7B-C55899EDB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repository architecture for an IDE.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FCEA74-64B7-412A-8338-EFF24A3572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2819400"/>
            <a:ext cx="6200559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3501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93C6B-015D-4424-9DAA-0319194BC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 Server Architecture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64636-0629-41C8-8CEF-5B2995862D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 client–server architecture, the functionality of the system is organized into services, with each service delivered from a separate server. </a:t>
            </a:r>
          </a:p>
          <a:p>
            <a:r>
              <a:rPr lang="en-US" dirty="0"/>
              <a:t>Clients are users of these services and access servers to make use of them.</a:t>
            </a:r>
          </a:p>
        </p:txBody>
      </p:sp>
    </p:spTree>
    <p:extLst>
      <p:ext uri="{BB962C8B-B14F-4D97-AF65-F5344CB8AC3E}">
        <p14:creationId xmlns:p14="http://schemas.microsoft.com/office/powerpoint/2010/main" val="14693128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4CBDB-8D5D-4FEF-AA3B-1CE9145E3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Example- Client Server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EB90-68E2-4352-B59C-00301BA0D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221163"/>
          </a:xfrm>
        </p:spPr>
        <p:txBody>
          <a:bodyPr/>
          <a:lstStyle/>
          <a:p>
            <a:r>
              <a:rPr lang="en-US" dirty="0"/>
              <a:t>This is a multi-user, web-based system for providing a film and photograph library.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4501AA-AEE1-4DAF-BB8C-7F31D1C7E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148" y="2971800"/>
            <a:ext cx="5663704" cy="3001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9606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A0BF3-702E-4DD4-8577-EA3F012D7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 and Filter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F3C93-74D1-47F1-B2BB-6E34F1F9E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a model of the run-time organization of a system where functional transformations process their inputs and produce outputs.</a:t>
            </a:r>
          </a:p>
          <a:p>
            <a:r>
              <a:rPr lang="en-US" dirty="0"/>
              <a:t> Data flows from one to another and is transformed as it moves through the sequence. </a:t>
            </a:r>
          </a:p>
        </p:txBody>
      </p:sp>
    </p:spTree>
    <p:extLst>
      <p:ext uri="{BB962C8B-B14F-4D97-AF65-F5344CB8AC3E}">
        <p14:creationId xmlns:p14="http://schemas.microsoft.com/office/powerpoint/2010/main" val="39260123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2C40F-FFCA-473F-A7DB-9105E467C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Example- Pipe &amp; Filter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708DE-81FF-4467-BBE5-BD573D082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EEB2AD-9A86-450D-8A8B-EC4101592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784" y="2590800"/>
            <a:ext cx="7394432" cy="2076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7186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1CA20-2DB3-4E98-A945-3FC272FD2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Architectural Design Decisions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ED7C8-992F-49FE-9F1D-6C26CB00F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D13BEA-9DC2-435D-B81D-532B9CFE4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054" y="2057400"/>
            <a:ext cx="6512047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0679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84E45-CE8F-42F3-9139-AC81FF27E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2E219-97C4-45CA-ABF7-8CF882F99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Stakeholder communication </a:t>
            </a:r>
          </a:p>
          <a:p>
            <a:r>
              <a:rPr lang="en-US" dirty="0"/>
              <a:t>System analysis</a:t>
            </a:r>
          </a:p>
          <a:p>
            <a:r>
              <a:rPr lang="en-US" dirty="0"/>
              <a:t>Large-scale reuse</a:t>
            </a:r>
          </a:p>
        </p:txBody>
      </p:sp>
    </p:spTree>
    <p:extLst>
      <p:ext uri="{BB962C8B-B14F-4D97-AF65-F5344CB8AC3E}">
        <p14:creationId xmlns:p14="http://schemas.microsoft.com/office/powerpoint/2010/main" val="41945594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AC1E9-F053-47D4-88A2-C0FFF4033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B021F-27B2-466F-9E6F-B01EA7267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Service Oriented Architecture?</a:t>
            </a:r>
          </a:p>
          <a:p>
            <a:r>
              <a:rPr lang="en-US" dirty="0"/>
              <a:t>SOA decomposes the application into loosely coupled, reusable services that expose functionality via standardized interfaces (e.g., web services). </a:t>
            </a:r>
          </a:p>
          <a:p>
            <a:r>
              <a:rPr lang="en-US" dirty="0"/>
              <a:t>Services are designed to be independent, composable, and interoperable across different platforms and technologies.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848513"/>
      </p:ext>
    </p:extLst>
  </p:cSld>
  <p:clrMapOvr>
    <a:masterClrMapping/>
  </p:clrMapOvr>
</p:sld>
</file>

<file path=ppt/theme/theme1.xml><?xml version="1.0" encoding="utf-8"?>
<a:theme xmlns:a="http://schemas.openxmlformats.org/drawingml/2006/main" name="SLIATE LMS Template Powerpoin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7D6EB70-AC5D-4C93-8EC9-DDBA92A97C78}" vid="{AD4A3A70-3E62-4EFF-A645-92967231B9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SLIATE LMS Template Powerpoint</Template>
  <TotalTime>2835</TotalTime>
  <Words>372</Words>
  <Application>Microsoft Office PowerPoint</Application>
  <PresentationFormat>On-screen Show (4:3)</PresentationFormat>
  <Paragraphs>49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SLIATE LMS Template Powerpoint</vt:lpstr>
      <vt:lpstr>HNDIT 4012 Software Engineering</vt:lpstr>
      <vt:lpstr>Topics covered</vt:lpstr>
      <vt:lpstr>What is Software Architecture?</vt:lpstr>
      <vt:lpstr>Key Aspects of Software Architecture</vt:lpstr>
      <vt:lpstr>Example- Software Architecture</vt:lpstr>
      <vt:lpstr>Architectural Patterns</vt:lpstr>
      <vt:lpstr>Model-View-Controller</vt:lpstr>
      <vt:lpstr>Example-MVC</vt:lpstr>
      <vt:lpstr>Layered architecture</vt:lpstr>
      <vt:lpstr>Generic Layers</vt:lpstr>
      <vt:lpstr>Example- Layered Architecture </vt:lpstr>
      <vt:lpstr>Repository Architecture</vt:lpstr>
      <vt:lpstr>Example- Repository Architecture</vt:lpstr>
      <vt:lpstr>Client Server Architecture </vt:lpstr>
      <vt:lpstr>Example- Client Server Model</vt:lpstr>
      <vt:lpstr>Pipe and Filter Architecture</vt:lpstr>
      <vt:lpstr>Example- Pipe &amp; Filter</vt:lpstr>
      <vt:lpstr>Architectural Design Decisions</vt:lpstr>
      <vt:lpstr>Advantages</vt:lpstr>
      <vt:lpstr>Discussion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HNDIT 2312-Principles of Software Engineering</dc:title>
  <dc:creator>Windows User</dc:creator>
  <cp:lastModifiedBy>Gayan Sudharshana</cp:lastModifiedBy>
  <cp:revision>31</cp:revision>
  <dcterms:created xsi:type="dcterms:W3CDTF">2018-06-02T18:39:01Z</dcterms:created>
  <dcterms:modified xsi:type="dcterms:W3CDTF">2024-04-18T09:28:05Z</dcterms:modified>
</cp:coreProperties>
</file>