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0"/>
  </p:notesMasterIdLst>
  <p:sldIdLst>
    <p:sldId id="288" r:id="rId2"/>
    <p:sldId id="349" r:id="rId3"/>
    <p:sldId id="350" r:id="rId4"/>
    <p:sldId id="376" r:id="rId5"/>
    <p:sldId id="385" r:id="rId6"/>
    <p:sldId id="387" r:id="rId7"/>
    <p:sldId id="390" r:id="rId8"/>
    <p:sldId id="391" r:id="rId9"/>
    <p:sldId id="392" r:id="rId10"/>
    <p:sldId id="393" r:id="rId11"/>
    <p:sldId id="394" r:id="rId12"/>
    <p:sldId id="395" r:id="rId13"/>
    <p:sldId id="396" r:id="rId14"/>
    <p:sldId id="397" r:id="rId15"/>
    <p:sldId id="398" r:id="rId16"/>
    <p:sldId id="399" r:id="rId17"/>
    <p:sldId id="401" r:id="rId18"/>
    <p:sldId id="374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69" autoAdjust="0"/>
    <p:restoredTop sz="94660"/>
  </p:normalViewPr>
  <p:slideViewPr>
    <p:cSldViewPr>
      <p:cViewPr varScale="1">
        <p:scale>
          <a:sx n="108" d="100"/>
          <a:sy n="108" d="100"/>
        </p:scale>
        <p:origin x="1908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34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B493F6-AEF9-4D68-B6B1-8F8AED03355E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B53677-F652-4DD4-8D59-43EB15933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107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0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CF98B-CC5E-41CE-B043-2D846F94F07F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Software Engineering IT4012 2025 SEM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Chapter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Course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3112-E994-43BA-93FF-CE9D9F76FE02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74FB8-B262-4513-B07C-200423A3BB7C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C9BF4-5DD1-4D97-880D-76E1BD8CFE4D}" type="datetime1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2AC1C-C963-4AC3-8B89-32E638B74B67}" type="datetime1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A103B-4EB5-45BD-8F8B-D5316ABF44EE}" type="datetime1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EEEC4-B19E-4969-BAD0-E8461BBCAA56}" type="datetime1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24CD9-F062-4B0B-BA15-B9C87DCEC158}" type="datetime1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9DB4-5C57-43AA-A5B6-CFF49C147315}" type="datetime1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1A7B1-A1CD-4DF9-80B5-B05B49073721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0FF37-1E65-4698-B22B-1FD978CC5A86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ECDE8-FDE2-4B04-A121-A5EDA7F0B8E3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Software Engineering IT4012 2025 SEM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Software Implementation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Software Engineering</a:t>
            </a:r>
            <a:br>
              <a:rPr lang="en-US" dirty="0"/>
            </a:br>
            <a:r>
              <a:rPr lang="en-US" dirty="0"/>
              <a:t>IT4012</a:t>
            </a:r>
          </a:p>
        </p:txBody>
      </p:sp>
    </p:spTree>
    <p:extLst>
      <p:ext uri="{BB962C8B-B14F-4D97-AF65-F5344CB8AC3E}">
        <p14:creationId xmlns:p14="http://schemas.microsoft.com/office/powerpoint/2010/main" val="132907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AC59A-509B-F90D-B5ED-92EED9F44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06D78-AB19-CA00-A4DD-1C20C9F77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software implementation</a:t>
            </a:r>
          </a:p>
          <a:p>
            <a:r>
              <a:rPr lang="en-US" dirty="0"/>
              <a:t>Explain implementation activities</a:t>
            </a:r>
          </a:p>
          <a:p>
            <a:r>
              <a:rPr lang="en-US" dirty="0"/>
              <a:t>Discuss software reuse</a:t>
            </a:r>
          </a:p>
          <a:p>
            <a:r>
              <a:rPr lang="en-US" dirty="0"/>
              <a:t>Explain host-target development</a:t>
            </a:r>
          </a:p>
          <a:p>
            <a:r>
              <a:rPr lang="en-US" dirty="0"/>
              <a:t>Identify the role of IDEs</a:t>
            </a:r>
          </a:p>
          <a:p>
            <a:r>
              <a:rPr lang="en-US" dirty="0"/>
              <a:t>Discuss open-source software development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8EAFD4-1CBE-88D2-CFEB-28A1AC1D8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CF8E0D-75F1-67E1-B7F0-80C518AFD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297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440F8-186F-2EEB-511F-87549BFAC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Software Implementation?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9B8A3-0FE7-DF1D-8D67-A00A7FF0D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Implementation is the process of converting software design into executable programs.</a:t>
            </a:r>
          </a:p>
          <a:p>
            <a:endParaRPr lang="en-US" dirty="0"/>
          </a:p>
          <a:p>
            <a:r>
              <a:rPr lang="en-US" dirty="0"/>
              <a:t>Includes-</a:t>
            </a:r>
          </a:p>
          <a:p>
            <a:pPr lvl="1"/>
            <a:r>
              <a:rPr lang="en-US" dirty="0"/>
              <a:t>Writing source code</a:t>
            </a:r>
          </a:p>
          <a:p>
            <a:pPr lvl="1"/>
            <a:r>
              <a:rPr lang="en-US" dirty="0"/>
              <a:t>Developing modules</a:t>
            </a:r>
          </a:p>
          <a:p>
            <a:pPr lvl="1"/>
            <a:r>
              <a:rPr lang="en-US" dirty="0"/>
              <a:t>Integrating components</a:t>
            </a:r>
          </a:p>
          <a:p>
            <a:pPr lvl="1"/>
            <a:r>
              <a:rPr lang="en-US" dirty="0"/>
              <a:t>Debugging</a:t>
            </a:r>
          </a:p>
          <a:p>
            <a:pPr lvl="1"/>
            <a:r>
              <a:rPr lang="en-US" dirty="0"/>
              <a:t>Unit testing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CC9C4D-F18A-7EC4-6BD0-5C6089536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EF25EE-1F29-4A97-C0A3-6AF6880E4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715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A4C7D-F76A-BED0-4188-D4BBCB2A5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E413F-7B79-8D0D-1EEB-6FEC40268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Stage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65C33-0905-E9BC-6D0A-9E0277121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Activities</a:t>
            </a:r>
          </a:p>
          <a:p>
            <a:pPr lvl="1"/>
            <a:r>
              <a:rPr lang="en-US" dirty="0"/>
              <a:t>Coding</a:t>
            </a:r>
          </a:p>
          <a:p>
            <a:pPr lvl="1"/>
            <a:r>
              <a:rPr lang="en-US" dirty="0"/>
              <a:t>Unit Testing</a:t>
            </a:r>
          </a:p>
          <a:p>
            <a:pPr lvl="1"/>
            <a:r>
              <a:rPr lang="en-US" dirty="0"/>
              <a:t>Integration</a:t>
            </a:r>
          </a:p>
          <a:p>
            <a:pPr lvl="1"/>
            <a:r>
              <a:rPr lang="en-US" dirty="0"/>
              <a:t>Debugging</a:t>
            </a:r>
          </a:p>
          <a:p>
            <a:pPr lvl="1"/>
            <a:r>
              <a:rPr lang="en-US" dirty="0"/>
              <a:t>Deployment preparation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6B0C04-B57D-C57E-743F-60FAD06AF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FE2BB5-7FB5-06B6-66A4-330F6EE6D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480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D6298-1A79-E06B-B955-E4C6ADEEF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Standards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9E8E7-8D04-2F5A-D98F-696C35CD1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Coding standards are rules used when writing programs.</a:t>
            </a:r>
          </a:p>
          <a:p>
            <a:r>
              <a:rPr lang="en-US" dirty="0"/>
              <a:t>Benefits</a:t>
            </a:r>
          </a:p>
          <a:p>
            <a:pPr lvl="1"/>
            <a:r>
              <a:rPr lang="en-US" dirty="0"/>
              <a:t>Improve readability</a:t>
            </a:r>
          </a:p>
          <a:p>
            <a:pPr lvl="1"/>
            <a:r>
              <a:rPr lang="en-US" dirty="0"/>
              <a:t>Reduce errors</a:t>
            </a:r>
          </a:p>
          <a:p>
            <a:pPr lvl="1"/>
            <a:r>
              <a:rPr lang="en-US" dirty="0"/>
              <a:t>Simplify maintenance</a:t>
            </a:r>
          </a:p>
          <a:p>
            <a:pPr lvl="1"/>
            <a:r>
              <a:rPr lang="en-US" dirty="0"/>
              <a:t>Support teamwork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4DEF03-FD3C-D2FF-2342-56F6061C6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2466B1-6160-B6B6-3D31-6EA3756D4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440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7D22E-5AB2-375E-AAEC-7FDA8553A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Programming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1E796-74FF-83AB-4EBA-8584C3ACB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Meaningful variable names</a:t>
            </a:r>
          </a:p>
          <a:p>
            <a:r>
              <a:rPr lang="en-US" dirty="0"/>
              <a:t>Comments</a:t>
            </a:r>
          </a:p>
          <a:p>
            <a:r>
              <a:rPr lang="en-US" dirty="0"/>
              <a:t>Avoid duplication</a:t>
            </a:r>
          </a:p>
          <a:p>
            <a:r>
              <a:rPr lang="en-US" dirty="0"/>
              <a:t>Use meaningful names</a:t>
            </a:r>
          </a:p>
          <a:p>
            <a:r>
              <a:rPr lang="en-US" dirty="0"/>
              <a:t>Break programs into methods/functions</a:t>
            </a:r>
          </a:p>
          <a:p>
            <a:r>
              <a:rPr lang="en-US" dirty="0"/>
              <a:t>Handle errors properly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C1091-5493-3060-80DF-6B346510F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FC2D21-7834-65C2-26DD-E128AE1A9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408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9A8DF-996E-4F09-C459-9AC100659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6C48C-2265-AAD0-17F0-679F76145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Debugging is the process of finding and fixing errors.</a:t>
            </a:r>
          </a:p>
          <a:p>
            <a:r>
              <a:rPr lang="en-US" dirty="0"/>
              <a:t>Types of Errors</a:t>
            </a:r>
          </a:p>
          <a:p>
            <a:pPr lvl="1"/>
            <a:r>
              <a:rPr lang="en-US" dirty="0"/>
              <a:t>Syntax errors </a:t>
            </a:r>
          </a:p>
          <a:p>
            <a:pPr lvl="1"/>
            <a:r>
              <a:rPr lang="en-US" dirty="0"/>
              <a:t>Logical errors </a:t>
            </a:r>
          </a:p>
          <a:p>
            <a:pPr lvl="1"/>
            <a:r>
              <a:rPr lang="en-US" dirty="0"/>
              <a:t>Runtime errors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65663C-744B-4044-AB85-67C564460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CE97ED-9870-65E2-C03B-69556CF38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589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6FCC-3709-EFEA-00F7-37E233333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Debugging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80545-3011-9FA6-75D5-B0E27BF28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Breakpoints</a:t>
            </a:r>
          </a:p>
          <a:p>
            <a:r>
              <a:rPr lang="en-US" dirty="0"/>
              <a:t>Logs</a:t>
            </a:r>
          </a:p>
          <a:p>
            <a:r>
              <a:rPr lang="en-US" dirty="0"/>
              <a:t>Console output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728AD-FE21-E6D0-1F52-255463ADC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F00EFF-FB6F-8D93-5610-5F4689CAA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216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957EB-F049-8864-FEA1-2DC5788C4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Reuse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06C5D-1F18-EE9A-000F-D6322BC24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Reuse means using existing software components instead of creating everything from scratch.</a:t>
            </a:r>
          </a:p>
          <a:p>
            <a:r>
              <a:rPr lang="en-US" dirty="0"/>
              <a:t>Examples</a:t>
            </a:r>
          </a:p>
          <a:p>
            <a:pPr lvl="1"/>
            <a:r>
              <a:rPr lang="en-US" dirty="0"/>
              <a:t>Libraries</a:t>
            </a:r>
          </a:p>
          <a:p>
            <a:pPr lvl="1"/>
            <a:r>
              <a:rPr lang="en-US" dirty="0"/>
              <a:t>APIs</a:t>
            </a:r>
          </a:p>
          <a:p>
            <a:pPr lvl="1"/>
            <a:r>
              <a:rPr lang="en-US" dirty="0"/>
              <a:t>Frameworks</a:t>
            </a:r>
          </a:p>
          <a:p>
            <a:pPr lvl="1"/>
            <a:r>
              <a:rPr lang="en-US" dirty="0"/>
              <a:t>Existing modules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3AB75C-4048-B93B-7120-FA974177E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53EEAD-E7AB-3E11-AE9D-85D5B71AF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497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67A70-8FA9-3524-67D5-663B89EB8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Reuse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E277B-5164-0A6E-FB50-99452099A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Faster development</a:t>
            </a:r>
          </a:p>
          <a:p>
            <a:r>
              <a:rPr lang="en-US" dirty="0"/>
              <a:t>Reduced cost</a:t>
            </a:r>
          </a:p>
          <a:p>
            <a:r>
              <a:rPr lang="en-US" dirty="0"/>
              <a:t>Improved reliability</a:t>
            </a:r>
          </a:p>
          <a:p>
            <a:r>
              <a:rPr lang="en-US" dirty="0"/>
              <a:t>Less coding effort</a:t>
            </a:r>
          </a:p>
          <a:p>
            <a:r>
              <a:rPr lang="en-US" dirty="0"/>
              <a:t>Better productivity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B3F97B-D97D-6E9E-33DB-1BF5C7131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F423D7-068A-C3B0-86B7-95D830DBD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97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E3D15-4D53-77BA-9B5C-7592E0059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 Control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4B927-8420-D31E-E682-85205CF90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Tracks changes in source code.</a:t>
            </a:r>
          </a:p>
          <a:p>
            <a:r>
              <a:rPr lang="en-US" dirty="0"/>
              <a:t>Popular Tools</a:t>
            </a:r>
          </a:p>
          <a:p>
            <a:pPr lvl="1"/>
            <a:r>
              <a:rPr lang="en-US" dirty="0"/>
              <a:t>Git</a:t>
            </a:r>
          </a:p>
          <a:p>
            <a:pPr lvl="1"/>
            <a:r>
              <a:rPr lang="en-US" dirty="0"/>
              <a:t>GitHub</a:t>
            </a:r>
          </a:p>
          <a:p>
            <a:pPr lvl="1"/>
            <a:r>
              <a:rPr lang="en-US" dirty="0"/>
              <a:t>GitLab</a:t>
            </a:r>
          </a:p>
          <a:p>
            <a:pPr lvl="1"/>
            <a:r>
              <a:rPr lang="en-US" dirty="0"/>
              <a:t>Bitbucket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4FB317-FDDC-FA71-05AF-896B696E0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C420C1-25E4-E302-71D9-65DD5AD85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718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9A52B-F688-D8C9-F2BB-1A710557D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Host-Target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9C796-8243-DFA3-C028-185D76942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Host System-</a:t>
            </a:r>
          </a:p>
          <a:p>
            <a:pPr lvl="1"/>
            <a:r>
              <a:rPr lang="en-US" dirty="0"/>
              <a:t>Computer used for development.</a:t>
            </a:r>
          </a:p>
          <a:p>
            <a:r>
              <a:rPr lang="en-US" dirty="0"/>
              <a:t>Target System-</a:t>
            </a:r>
          </a:p>
          <a:p>
            <a:pPr lvl="1"/>
            <a:r>
              <a:rPr lang="en-US" dirty="0"/>
              <a:t>Device where software executes.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B6C548-C36C-452A-AE93-374C99F51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94D8B4-1B10-3A6B-FBA5-F67A04028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12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54C5F3-D881-FB63-7734-BD5941A9F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4230950"/>
            <a:ext cx="409575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622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6F75F-28B0-E545-0198-8F6F988AA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Integrated Development Environment (IDE)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37516-AD6E-45F3-176E-30279ABBE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IDE provides tools for software development.</a:t>
            </a:r>
          </a:p>
          <a:p>
            <a:r>
              <a:rPr lang="en-US" dirty="0"/>
              <a:t>Features</a:t>
            </a:r>
          </a:p>
          <a:p>
            <a:pPr lvl="1"/>
            <a:r>
              <a:rPr lang="en-US" dirty="0"/>
              <a:t>Code editor</a:t>
            </a:r>
          </a:p>
          <a:p>
            <a:pPr lvl="1"/>
            <a:r>
              <a:rPr lang="en-US" dirty="0"/>
              <a:t>Compiler</a:t>
            </a:r>
          </a:p>
          <a:p>
            <a:pPr lvl="1"/>
            <a:r>
              <a:rPr lang="en-US" dirty="0"/>
              <a:t>Debugger</a:t>
            </a:r>
          </a:p>
          <a:p>
            <a:pPr lvl="1"/>
            <a:r>
              <a:rPr lang="en-US" dirty="0"/>
              <a:t>Emulator</a:t>
            </a:r>
          </a:p>
          <a:p>
            <a:pPr lvl="1"/>
            <a:r>
              <a:rPr lang="en-US" dirty="0"/>
              <a:t>Build tools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547306-04A7-AA77-2BBC-282C3B4E8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C5294F-EAF3-C5AC-07CA-1D73D33D6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5731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2D9DF-D215-A88F-D276-87CC7B779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Popular 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3998A-8E44-61AD-1217-A0E589E9D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Language    IDE</a:t>
            </a:r>
          </a:p>
          <a:p>
            <a:r>
              <a:rPr lang="en-US" dirty="0"/>
              <a:t>Java	    IntelliJ IDEA</a:t>
            </a:r>
          </a:p>
          <a:p>
            <a:r>
              <a:rPr lang="en-US" dirty="0"/>
              <a:t>Android	    Android Studio</a:t>
            </a:r>
          </a:p>
          <a:p>
            <a:r>
              <a:rPr lang="en-US" dirty="0"/>
              <a:t>Python	    PyCharm</a:t>
            </a:r>
          </a:p>
          <a:p>
            <a:r>
              <a:rPr lang="en-US" dirty="0"/>
              <a:t>C#	              Visual Studio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5A086D-30BA-36B3-D0A1-FD969D1C7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5CA385-03E9-1EF0-C4B3-F4E88451E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213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E2A67-EAC9-FE7C-8A08-EC5BE56D7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D65F0-EC97-44CA-D8F8-5526784E4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tools automate software building processes.</a:t>
            </a:r>
          </a:p>
          <a:p>
            <a:r>
              <a:rPr lang="en-US" dirty="0"/>
              <a:t>Examples</a:t>
            </a:r>
          </a:p>
          <a:p>
            <a:pPr lvl="1"/>
            <a:r>
              <a:rPr lang="en-US" dirty="0"/>
              <a:t>Maven</a:t>
            </a:r>
          </a:p>
          <a:p>
            <a:pPr lvl="1"/>
            <a:r>
              <a:rPr lang="en-US" dirty="0"/>
              <a:t>Gradle</a:t>
            </a:r>
          </a:p>
          <a:p>
            <a:pPr lvl="1"/>
            <a:r>
              <a:rPr lang="en-US" dirty="0"/>
              <a:t>Ant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A81F71-13EE-B501-EA2B-059691FC3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D8D85D-7F9A-933A-7E10-836DCFD05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3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42AA5-F320-F3A9-89FB-6DBB89F09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69A99-C1A6-27A8-1E7D-599ADF062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Hardware requirements</a:t>
            </a:r>
          </a:p>
          <a:p>
            <a:r>
              <a:rPr lang="en-US" dirty="0"/>
              <a:t>Software compatibility</a:t>
            </a:r>
          </a:p>
          <a:p>
            <a:r>
              <a:rPr lang="en-US" dirty="0"/>
              <a:t>Performance</a:t>
            </a:r>
          </a:p>
          <a:p>
            <a:r>
              <a:rPr lang="en-US" dirty="0"/>
              <a:t>Communication between components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C4EC3B-1DA9-19C5-5A0B-32FA8023C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1085E0-4AA4-2501-1D40-51341CC58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1335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00C3C-6566-1147-B439-4CE97C217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in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82800-5340-C51A-E4F5-241311D98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Managing large codebases </a:t>
            </a:r>
          </a:p>
          <a:p>
            <a:r>
              <a:rPr lang="en-US" dirty="0"/>
              <a:t>Version conflicts </a:t>
            </a:r>
          </a:p>
          <a:p>
            <a:r>
              <a:rPr lang="en-US" dirty="0"/>
              <a:t>Integration issues </a:t>
            </a:r>
          </a:p>
          <a:p>
            <a:r>
              <a:rPr lang="en-US" dirty="0"/>
              <a:t>Security vulnerabilities </a:t>
            </a:r>
          </a:p>
          <a:p>
            <a:r>
              <a:rPr lang="en-US" dirty="0"/>
              <a:t>Tight deadlines 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88BC01-0284-8B68-B38E-79EDCF323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A104C7-3040-D247-A54D-60C57E0FB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2799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FE36B-CDE5-65C1-DC6F-608195A41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5A7D5-015F-264F-F950-88031F15B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Implementation converts design into software.</a:t>
            </a:r>
          </a:p>
          <a:p>
            <a:r>
              <a:rPr lang="en-US" dirty="0"/>
              <a:t>Unit testing ensures module correctness.</a:t>
            </a:r>
          </a:p>
          <a:p>
            <a:r>
              <a:rPr lang="en-US" dirty="0"/>
              <a:t>Reuse improves development efficiency.</a:t>
            </a:r>
          </a:p>
          <a:p>
            <a:r>
              <a:rPr lang="en-US" dirty="0"/>
              <a:t>Configuration management tracks software changes.</a:t>
            </a:r>
          </a:p>
          <a:p>
            <a:r>
              <a:rPr lang="en-US" dirty="0"/>
              <a:t>IDEs support development activities.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739C8D-4C17-EBD4-87EF-1E8D7F66A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46A05C-F3F4-8128-53E7-1681A205C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396501"/>
      </p:ext>
    </p:extLst>
  </p:cSld>
  <p:clrMapOvr>
    <a:masterClrMapping/>
  </p:clrMapOvr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7D6EB70-AC5D-4C93-8EC9-DDBA92A97C78}" vid="{AD4A3A70-3E62-4EFF-A645-92967231B9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SLIATE LMS Template Powerpoint</Template>
  <TotalTime>2198</TotalTime>
  <Words>433</Words>
  <Application>Microsoft Office PowerPoint</Application>
  <PresentationFormat>On-screen Show (4:3)</PresentationFormat>
  <Paragraphs>145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HNDIT</vt:lpstr>
      <vt:lpstr>Software Engineering IT4012</vt:lpstr>
      <vt:lpstr>Learning Objectives</vt:lpstr>
      <vt:lpstr>What is Software Implementation?</vt:lpstr>
      <vt:lpstr>Implementation Stage</vt:lpstr>
      <vt:lpstr>Coding Standards</vt:lpstr>
      <vt:lpstr>Good Programming Practices</vt:lpstr>
      <vt:lpstr>Debugging</vt:lpstr>
      <vt:lpstr>Common Debugging Tools</vt:lpstr>
      <vt:lpstr>Software Reuse</vt:lpstr>
      <vt:lpstr>Advantages of Reuse</vt:lpstr>
      <vt:lpstr>Version Control Systems</vt:lpstr>
      <vt:lpstr>Host-Target Development</vt:lpstr>
      <vt:lpstr>Integrated Development Environment (IDE)</vt:lpstr>
      <vt:lpstr>Popular IDEs</vt:lpstr>
      <vt:lpstr>Build Tools</vt:lpstr>
      <vt:lpstr>Deployment Considerations</vt:lpstr>
      <vt:lpstr>Challenges in Implementation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Software Engineering</dc:title>
  <dc:creator>Gayan</dc:creator>
  <cp:lastModifiedBy>Gayan Sudharshana</cp:lastModifiedBy>
  <cp:revision>60</cp:revision>
  <dcterms:created xsi:type="dcterms:W3CDTF">2018-05-21T18:09:50Z</dcterms:created>
  <dcterms:modified xsi:type="dcterms:W3CDTF">2026-05-19T17:14:59Z</dcterms:modified>
</cp:coreProperties>
</file>