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CzLUi1skbmyBW2fP65yERiThz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86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6539a590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6539a590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6539a59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6539a59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6539a59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6539a59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l="535" b="24443"/>
          <a:stretch/>
        </p:blipFill>
        <p:spPr>
          <a:xfrm>
            <a:off x="1341120" y="714103"/>
            <a:ext cx="9300755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method ?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 </a:t>
            </a:r>
            <a:r>
              <a:rPr lang="en-US" b="1"/>
              <a:t>method</a:t>
            </a:r>
            <a:r>
              <a:rPr lang="en-US"/>
              <a:t> is a block of code or collection of statements or a set of code grouped together to perform a certain task or operation.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are also known as </a:t>
            </a:r>
            <a:r>
              <a:rPr lang="en-US" b="1"/>
              <a:t>functions</a:t>
            </a:r>
            <a:r>
              <a:rPr lang="en-US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method is executed only when we call or invoke it.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use methods?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</a:t>
            </a:r>
            <a:r>
              <a:rPr lang="en-US" b="1"/>
              <a:t>reuse code</a:t>
            </a:r>
            <a:r>
              <a:rPr lang="en-US"/>
              <a:t>: define the code once, and use it many times.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Provides </a:t>
            </a:r>
            <a:r>
              <a:rPr lang="en-US" b="1"/>
              <a:t>easy modification</a:t>
            </a:r>
            <a:r>
              <a:rPr lang="en-US"/>
              <a:t> of the code, just by adding or removing a chunk of code.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Declaration</a:t>
            </a:r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838200" y="11812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method must be declared within a class.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method declaration provides information about method attributes, such as visibility, return-type, name, and arguments.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has six components that are known as </a:t>
            </a:r>
            <a:r>
              <a:rPr lang="en-US" b="1"/>
              <a:t>method header</a:t>
            </a:r>
            <a:r>
              <a:rPr lang="en-US"/>
              <a:t>, as we have shown in the following figure.</a:t>
            </a:r>
            <a:endParaRPr/>
          </a:p>
        </p:txBody>
      </p:sp>
      <p:pic>
        <p:nvPicPr>
          <p:cNvPr id="97" name="Google Shape;97;p3" descr="Method in Java"/>
          <p:cNvPicPr preferRelativeResize="0"/>
          <p:nvPr/>
        </p:nvPicPr>
        <p:blipFill rotWithShape="1">
          <a:blip r:embed="rId3">
            <a:alphaModFix/>
          </a:blip>
          <a:srcRect t="9777"/>
          <a:stretch/>
        </p:blipFill>
        <p:spPr>
          <a:xfrm>
            <a:off x="2047002" y="3459163"/>
            <a:ext cx="7793593" cy="325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Method Declaration - Access Specifier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489166"/>
            <a:ext cx="105156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Access specifier or modifier is the access type of the method. It specifies the visibility of the method. Java provides </a:t>
            </a:r>
            <a:r>
              <a:rPr lang="en-US" b="1"/>
              <a:t>four</a:t>
            </a:r>
            <a:r>
              <a:rPr lang="en-US"/>
              <a:t> types of access specifier: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Public:</a:t>
            </a:r>
            <a:r>
              <a:rPr lang="en-US"/>
              <a:t> The method is accessible by all classes when we use public specifier in our application.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Private:</a:t>
            </a:r>
            <a:r>
              <a:rPr lang="en-US"/>
              <a:t> When we use a private access specifier, the method is accessible only in the classes in which it is defined.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Protected:</a:t>
            </a:r>
            <a:r>
              <a:rPr lang="en-US"/>
              <a:t> When we use protected access specifier, the method is accessible within the same package or subclasses in a different package.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Default:</a:t>
            </a:r>
            <a:r>
              <a:rPr lang="en-US"/>
              <a:t> When we do not use any access specifier in the method declaration, Java uses default access specifier by default. It is visible only from the same package only.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Method Declaration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Return Type:</a:t>
            </a:r>
            <a:r>
              <a:rPr lang="en-US"/>
              <a:t> Return type is a data type that the method returns. It may have a primitive data type, object, collection, void, etc. If the method does not return anything, we use void keyword.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Method Name:</a:t>
            </a:r>
            <a:r>
              <a:rPr lang="en-US"/>
              <a:t> It is a unique name that is used to define the name of a method. It must be corresponding to the functionality of the method. Suppose, if we are creating a method for subtraction of two numbers, the method name must be </a:t>
            </a:r>
            <a:r>
              <a:rPr lang="en-US" b="1"/>
              <a:t>subtraction().</a:t>
            </a:r>
            <a:r>
              <a:rPr lang="en-US"/>
              <a:t> A method is invoked by its name.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Parameter List:</a:t>
            </a:r>
            <a:r>
              <a:rPr lang="en-US"/>
              <a:t> It is the list of parameters separated by a comma and enclosed in the pair of parentheses. It contains the data type and variable name. If the method has no parameter, left the parentheses blank.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Method Body:</a:t>
            </a:r>
            <a:r>
              <a:rPr lang="en-US"/>
              <a:t> It is a part of the method declaration. It contains all the actions to be performed. It is enclosed within the pair of curly braces.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751114" y="25191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Methods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two types of methods in Java: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User defined Methods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Written by the programmer according to the requirements.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Predefined Method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Method that is already defined in the Java class libraries.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Also known as the </a:t>
            </a:r>
            <a:r>
              <a:rPr lang="en-US" b="1"/>
              <a:t>standard library method</a:t>
            </a:r>
            <a:r>
              <a:rPr lang="en-US"/>
              <a:t> or </a:t>
            </a:r>
            <a:r>
              <a:rPr lang="en-US" b="1"/>
              <a:t>built-in method</a:t>
            </a:r>
            <a:r>
              <a:rPr lang="en-US"/>
              <a:t>.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Eg: </a:t>
            </a:r>
            <a:r>
              <a:rPr lang="en-US" b="1"/>
              <a:t>length(), equals(), compareTo(), sqrt(),</a:t>
            </a:r>
            <a:r>
              <a:rPr lang="en-US"/>
              <a:t> etc.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defined Methods (Example 01)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method to print the string “I want to draw a circle.”.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l="451"/>
          <a:stretch/>
        </p:blipFill>
        <p:spPr>
          <a:xfrm>
            <a:off x="1013239" y="2840543"/>
            <a:ext cx="10165522" cy="194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Call or invoke a user defined method</a:t>
            </a:r>
            <a:endParaRPr/>
          </a:p>
        </p:txBody>
      </p:sp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036" y="1855333"/>
            <a:ext cx="10005927" cy="314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838200" y="2606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defined Methods (Example 02)</a:t>
            </a:r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838200" y="13466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method to get two integers and return the total.</a:t>
            </a:r>
            <a:endParaRPr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532" y="2020389"/>
            <a:ext cx="10776395" cy="416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74240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Predefined Method</a:t>
            </a:r>
            <a:endParaRPr/>
          </a:p>
        </p:txBody>
      </p:sp>
      <p:pic>
        <p:nvPicPr>
          <p:cNvPr id="141" name="Google Shape;141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536" y="1093435"/>
            <a:ext cx="10515600" cy="163560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0"/>
          <p:cNvSpPr/>
          <p:nvPr/>
        </p:nvSpPr>
        <p:spPr>
          <a:xfrm>
            <a:off x="977536" y="2729039"/>
            <a:ext cx="10752909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code above three predefined methods main(), print(), and max() has used directly without declaration. 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print() method is defined in the 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java.io.PrintStream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class. It prints the statement that we write inside the method. For example, print("Java"), it prints Java on the console.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max() method is a method of the 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class that returns the greater of two numbers.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main() is the starting point for JVM to start execution of a Java program. Without the main() method, JVM will not execute the program.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0" descr="Java main() Method - public static void main(String[] args) - GeeksforGeeks"/>
          <p:cNvPicPr preferRelativeResize="0"/>
          <p:nvPr/>
        </p:nvPicPr>
        <p:blipFill rotWithShape="1">
          <a:blip r:embed="rId4">
            <a:alphaModFix/>
          </a:blip>
          <a:srcRect t="12238" b="15172"/>
          <a:stretch/>
        </p:blipFill>
        <p:spPr>
          <a:xfrm>
            <a:off x="6000297" y="4687605"/>
            <a:ext cx="5257709" cy="1908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Static Method vs Instance Method</a:t>
            </a:r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body" idx="1"/>
          </p:nvPr>
        </p:nvSpPr>
        <p:spPr>
          <a:xfrm>
            <a:off x="839788" y="1278732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Static Method</a:t>
            </a:r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Method that belongs to a class rather than an instance of a class.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Can call it without creating an object.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invoked by using the class name.</a:t>
            </a:r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3"/>
          </p:nvPr>
        </p:nvSpPr>
        <p:spPr>
          <a:xfrm>
            <a:off x="6259512" y="127397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Instance Method</a:t>
            </a:r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Method belongs to a instance of a class.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Must create a object of the class to invoke it.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invoked by using the object name.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539a590d_0_13"/>
          <p:cNvSpPr txBox="1">
            <a:spLocks noGrp="1"/>
          </p:cNvSpPr>
          <p:nvPr>
            <p:ph type="title"/>
          </p:nvPr>
        </p:nvSpPr>
        <p:spPr>
          <a:xfrm>
            <a:off x="2209800" y="2286000"/>
            <a:ext cx="8229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Static Method </a:t>
            </a:r>
            <a:r>
              <a:rPr lang="en-US" dirty="0" err="1"/>
              <a:t>vs</a:t>
            </a:r>
            <a:r>
              <a:rPr lang="en-US" dirty="0"/>
              <a:t> Instance Method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6539a590d_0_8"/>
          <p:cNvSpPr txBox="1">
            <a:spLocks noGrp="1"/>
          </p:cNvSpPr>
          <p:nvPr>
            <p:ph type="title"/>
          </p:nvPr>
        </p:nvSpPr>
        <p:spPr>
          <a:xfrm>
            <a:off x="838200" y="5334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ym typeface="Arial"/>
              </a:rPr>
              <a:t>An instance method is tied to a specific object (instance) of a class</a:t>
            </a:r>
            <a:r>
              <a:rPr lang="en-US" sz="2800" dirty="0" smtClean="0">
                <a:sym typeface="Arial"/>
              </a:rPr>
              <a:t>.</a:t>
            </a:r>
            <a:br>
              <a:rPr lang="en-US" sz="2800" dirty="0" smtClean="0">
                <a:sym typeface="Arial"/>
              </a:rPr>
            </a:br>
            <a:r>
              <a:rPr lang="en-US" sz="2800" dirty="0" smtClean="0">
                <a:sym typeface="Arial"/>
              </a:rPr>
              <a:t>You </a:t>
            </a:r>
            <a:r>
              <a:rPr lang="en-US" sz="2800" dirty="0">
                <a:sym typeface="Arial"/>
              </a:rPr>
              <a:t>need to create an object of the class to call an instance method</a:t>
            </a:r>
            <a:r>
              <a:rPr lang="en-US" sz="2800" dirty="0" smtClean="0">
                <a:sym typeface="Arial"/>
              </a:rPr>
              <a:t>.</a:t>
            </a:r>
            <a:endParaRPr lang="en-US" sz="2800" dirty="0"/>
          </a:p>
        </p:txBody>
      </p:sp>
      <p:pic>
        <p:nvPicPr>
          <p:cNvPr id="172" name="Google Shape;172;g356539a590d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125" y="2143125"/>
            <a:ext cx="8465074" cy="43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6539a590d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8204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600" dirty="0" smtClean="0">
                <a:sym typeface="Arial"/>
              </a:rPr>
              <a:t>A static method </a:t>
            </a:r>
            <a:r>
              <a:rPr lang="en-US" sz="3600" dirty="0" smtClean="0">
                <a:sym typeface="Arial"/>
              </a:rPr>
              <a:t>is tied to a specific </a:t>
            </a:r>
            <a:r>
              <a:rPr lang="en-US" sz="3600" dirty="0" smtClean="0">
                <a:sym typeface="Arial"/>
              </a:rPr>
              <a:t>class</a:t>
            </a:r>
            <a:r>
              <a:rPr lang="en-US" sz="3600" dirty="0" smtClean="0">
                <a:sym typeface="Arial"/>
              </a:rPr>
              <a:t>.</a:t>
            </a:r>
            <a:br>
              <a:rPr lang="en-US" sz="3600" dirty="0" smtClean="0">
                <a:sym typeface="Arial"/>
              </a:rPr>
            </a:br>
            <a:r>
              <a:rPr lang="en-US" sz="3600" dirty="0" smtClean="0">
                <a:sym typeface="Arial"/>
              </a:rPr>
              <a:t>You </a:t>
            </a:r>
            <a:r>
              <a:rPr lang="en-US" sz="3600" dirty="0" smtClean="0">
                <a:sym typeface="Arial"/>
              </a:rPr>
              <a:t>can call the static method with the class name.</a:t>
            </a:r>
            <a:endParaRPr sz="3600"/>
          </a:p>
        </p:txBody>
      </p:sp>
      <p:pic>
        <p:nvPicPr>
          <p:cNvPr id="178" name="Google Shape;178;g356539a590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100" y="1883200"/>
            <a:ext cx="8625050" cy="46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3" descr="10 User Feedback Questions to Validate Your New Feature Id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5714" y="1650559"/>
            <a:ext cx="5032920" cy="331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PresentationFormat>Custom</PresentationFormat>
  <Paragraphs>63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What is a method ?</vt:lpstr>
      <vt:lpstr>Method Declaration</vt:lpstr>
      <vt:lpstr>Method Declaration - Access Specifier</vt:lpstr>
      <vt:lpstr>Method Declaration</vt:lpstr>
      <vt:lpstr>Types of Methods</vt:lpstr>
      <vt:lpstr>User defined Methods (Example 01)</vt:lpstr>
      <vt:lpstr>Call or invoke a user defined method</vt:lpstr>
      <vt:lpstr>User defined Methods (Example 02)</vt:lpstr>
      <vt:lpstr>Predefined Method</vt:lpstr>
      <vt:lpstr>Static Method vs Instance Method</vt:lpstr>
      <vt:lpstr>Static Method vs Instance Method</vt:lpstr>
      <vt:lpstr>An instance method is tied to a specific object (instance) of a class. You need to create an object of the class to call an instance method.</vt:lpstr>
      <vt:lpstr>A static method is tied to a specific class. You can call the static method with the class name.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ICBT</dc:creator>
  <cp:lastModifiedBy>admin</cp:lastModifiedBy>
  <cp:revision>1</cp:revision>
  <dcterms:created xsi:type="dcterms:W3CDTF">2023-05-21T10:27:13Z</dcterms:created>
  <dcterms:modified xsi:type="dcterms:W3CDTF">2025-05-09T04:11:57Z</dcterms:modified>
</cp:coreProperties>
</file>