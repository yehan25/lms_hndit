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handoutMasterIdLst>
    <p:handoutMasterId r:id="rId29"/>
  </p:handoutMasterIdLst>
  <p:sldIdLst>
    <p:sldId id="266" r:id="rId2"/>
    <p:sldId id="267" r:id="rId3"/>
    <p:sldId id="273" r:id="rId4"/>
    <p:sldId id="277" r:id="rId5"/>
    <p:sldId id="280" r:id="rId6"/>
    <p:sldId id="268" r:id="rId7"/>
    <p:sldId id="269" r:id="rId8"/>
    <p:sldId id="270" r:id="rId9"/>
    <p:sldId id="276" r:id="rId10"/>
    <p:sldId id="271" r:id="rId11"/>
    <p:sldId id="281" r:id="rId12"/>
    <p:sldId id="274" r:id="rId13"/>
    <p:sldId id="272" r:id="rId14"/>
    <p:sldId id="275" r:id="rId15"/>
    <p:sldId id="282" r:id="rId16"/>
    <p:sldId id="283" r:id="rId17"/>
    <p:sldId id="29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>
      <p:cViewPr varScale="1">
        <p:scale>
          <a:sx n="83" d="100"/>
          <a:sy n="83" d="100"/>
        </p:scale>
        <p:origin x="14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/>
              <a:t>10/30/2017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 –ATI, </a:t>
            </a:r>
            <a:r>
              <a:rPr lang="en-US" dirty="0" err="1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2A269-7B69-4BF1-9596-5810FCB20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09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6D030-A517-4755-842F-F0344B6BC535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61362-0E92-40F3-9F4C-C8E58336F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2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The default branch is also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the initial branch that Git checks out locally when someone clones the repository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Unless you specify a different branch, the default branch in a repository is the base branch for new pull requests and code commits.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061362-0E92-40F3-9F4C-C8E58336F10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57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0067-C206-4C92-BFFA-60D34B2EA0C0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F20F-9AE3-419A-821D-602EAF11E961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C41E-EBD2-42B3-9CB6-03756827793F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6AC2-9105-457B-B0FC-293712EB24A9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B696-F69B-4C33-9D90-C896CCF76C8C}" type="datetime1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D6169-F6DF-4EA9-BC57-A034BAF002AE}" type="datetime1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40AD-42C1-4BFC-8638-1CFB8B7E5B0A}" type="datetime1">
              <a:rPr lang="en-US" smtClean="0"/>
              <a:t>3/18/2024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336D-67E7-40AA-A437-CABD2C391E70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9A40-9FB4-4368-B542-516D39F011E5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F3B0-F1DB-4154-B049-F065B767EE07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9A6-51DA-4526-A6B0-7DB4AB0C481E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F7698-6A49-450E-BBCB-2751A7E4C20B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Introduction to IDE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HNDIT2012 Fundamentals of Computer Programming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9455D3-15A7-B7D8-4292-6683C157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Integrated Development Environment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B591D5-B9F1-C67C-CC3E-59DCDD41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41055"/>
            <a:ext cx="8229600" cy="13715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software application that helps programmers develop software code efficiently.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4243964-2691-EA80-DADC-278C99DA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20315D0-1BB8-ECB3-AEE8-4473D0DCFB48}"/>
              </a:ext>
            </a:extLst>
          </p:cNvPr>
          <p:cNvSpPr txBox="1">
            <a:spLocks/>
          </p:cNvSpPr>
          <p:nvPr/>
        </p:nvSpPr>
        <p:spPr>
          <a:xfrm>
            <a:off x="457200" y="3200400"/>
            <a:ext cx="8229600" cy="266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IDE increases developer productivity by combining capabilities such as software editing, building, testing, and packaging in an easy-to-use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76917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779662-E5BA-6703-0B4F-F3D7E4E8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Features of an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D00A5F-0673-47D9-A8D9-10BB2E352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editor</a:t>
            </a:r>
          </a:p>
          <a:p>
            <a:pPr lvl="1"/>
            <a:r>
              <a:rPr lang="en-US" dirty="0"/>
              <a:t>Write and edit code</a:t>
            </a:r>
          </a:p>
          <a:p>
            <a:r>
              <a:rPr lang="en-US" dirty="0"/>
              <a:t>Build automation</a:t>
            </a:r>
          </a:p>
          <a:p>
            <a:pPr lvl="1"/>
            <a:r>
              <a:rPr lang="en-US" dirty="0"/>
              <a:t>Compiling computer source code into binary code</a:t>
            </a:r>
          </a:p>
          <a:p>
            <a:pPr lvl="1"/>
            <a:r>
              <a:rPr lang="en-US" dirty="0"/>
              <a:t>Packaging binary code</a:t>
            </a:r>
          </a:p>
          <a:p>
            <a:pPr lvl="1"/>
            <a:r>
              <a:rPr lang="en-US" dirty="0"/>
              <a:t>Running automated tests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2365771-2071-92A7-DD34-327DE2A4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8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F1910D-E60D-8513-0DE6-124BEBE84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an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943B8D-88BF-31B5-C658-4B2BCE0DA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Designer</a:t>
            </a:r>
          </a:p>
          <a:p>
            <a:pPr lvl="1"/>
            <a:r>
              <a:rPr lang="en-US" dirty="0"/>
              <a:t>Allows a programmer to build forms with a drag and drop interface.</a:t>
            </a:r>
          </a:p>
          <a:p>
            <a:r>
              <a:rPr lang="en-US" dirty="0"/>
              <a:t>Debugger</a:t>
            </a:r>
          </a:p>
          <a:p>
            <a:pPr lvl="1"/>
            <a:r>
              <a:rPr lang="en-US" dirty="0"/>
              <a:t>Test and find bugs (errors)</a:t>
            </a:r>
          </a:p>
          <a:p>
            <a:r>
              <a:rPr lang="en-US" dirty="0"/>
              <a:t>Refactoring </a:t>
            </a:r>
          </a:p>
          <a:p>
            <a:pPr lvl="1"/>
            <a:r>
              <a:rPr lang="en-US" dirty="0"/>
              <a:t>Restructuring existing computer code without changing its external behavior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BA1344C-38E0-8D8C-264D-B8C61BCEA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8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72A6D8-0E27-8495-F650-E32D9314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an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488498-417B-5B45-564C-515537B66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Syntax highlight:</a:t>
            </a:r>
          </a:p>
          <a:p>
            <a:pPr lvl="1" algn="just"/>
            <a:r>
              <a:rPr lang="en-US" dirty="0"/>
              <a:t>The code editor provides a feature to </a:t>
            </a:r>
            <a:r>
              <a:rPr lang="en-US" dirty="0" err="1"/>
              <a:t>colour</a:t>
            </a:r>
            <a:r>
              <a:rPr lang="en-US" dirty="0"/>
              <a:t> different text depending on the function that it carries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8DC78A1-8066-3E9E-C363-46F2840F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53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254E16-B7A7-DC57-0F79-57F65C0E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Java 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A434C34-DEF4-F97D-6278-E1FA6097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30" name="Picture 6" descr="NetBeans Logo - NetBeans - Apache Software Foundation">
            <a:extLst>
              <a:ext uri="{FF2B5EF4-FFF2-40B4-BE49-F238E27FC236}">
                <a16:creationId xmlns="" xmlns:a16="http://schemas.microsoft.com/office/drawing/2014/main" id="{D81093ED-AA4F-5DFD-2D8A-DE59FD7CF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4781550" cy="152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0154A388-DD9D-3654-C2E4-714F59D63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117735"/>
            <a:ext cx="3625221" cy="848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lliJ IDEA | How Not To Code">
            <a:extLst>
              <a:ext uri="{FF2B5EF4-FFF2-40B4-BE49-F238E27FC236}">
                <a16:creationId xmlns="" xmlns:a16="http://schemas.microsoft.com/office/drawing/2014/main" id="{60B27F8D-DF33-174D-F86D-63871D5D0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81215"/>
            <a:ext cx="4644253" cy="125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848B0FA6-2C77-2C47-6FBF-AB4D5F139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891004"/>
            <a:ext cx="1790700" cy="190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AC60981-8F13-CE37-1D13-117547EBF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140" y="4749800"/>
            <a:ext cx="1743075" cy="1971675"/>
          </a:xfrm>
          <a:prstGeom prst="rect">
            <a:avLst/>
          </a:prstGeom>
        </p:spPr>
      </p:pic>
      <p:pic>
        <p:nvPicPr>
          <p:cNvPr id="1036" name="Picture 12" descr="Testimonials – OpenRefactory">
            <a:extLst>
              <a:ext uri="{FF2B5EF4-FFF2-40B4-BE49-F238E27FC236}">
                <a16:creationId xmlns="" xmlns:a16="http://schemas.microsoft.com/office/drawing/2014/main" id="{C464C84B-7546-63B8-4883-CB0F258A3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483301"/>
            <a:ext cx="25146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0577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7F76DB-2135-FCC4-1A25-B236E0F52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64" y="2135187"/>
            <a:ext cx="8229600" cy="422116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NetBeans </a:t>
            </a:r>
            <a:r>
              <a:rPr lang="en-US" dirty="0"/>
              <a:t>allows applications to be developed from a set of software components called modules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NetBeans </a:t>
            </a:r>
            <a:r>
              <a:rPr lang="en-US" dirty="0"/>
              <a:t>runs on Windows, macOS, Linux and Solaris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addition to Java development, it has extensions for other languages like PHP, C, C++, HTML5 and JavaScript.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DAB41D1-8D6F-FFFF-B708-CFD1997C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4787FFC-F017-739A-4E1F-8167B7111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66712"/>
            <a:ext cx="51435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1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338429-CCB7-1CB6-579C-D4BA23E7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NetBeans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1184A0-84FC-89A1-26F2-576D9EE3C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Visit </a:t>
            </a:r>
          </a:p>
          <a:p>
            <a:pPr marL="457200" lvl="1" indent="0">
              <a:buNone/>
            </a:pPr>
            <a:r>
              <a:rPr lang="en-US" dirty="0"/>
              <a:t>https://netbeans.apache.org/download/index.html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2799B53-C472-AD28-B2AE-B40CD16F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74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B8CFA2-4344-B819-1E08-A1990F9B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NetBeans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61CA9E-C5C6-029D-805C-11F9E3452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install with easy configurations</a:t>
            </a:r>
          </a:p>
          <a:p>
            <a:r>
              <a:rPr lang="en-US" dirty="0"/>
              <a:t>Code Editing. </a:t>
            </a:r>
          </a:p>
          <a:p>
            <a:r>
              <a:rPr lang="en-US" dirty="0"/>
              <a:t>Graphical User Interface.</a:t>
            </a:r>
          </a:p>
          <a:p>
            <a:r>
              <a:rPr lang="en-US" dirty="0"/>
              <a:t>Debugging</a:t>
            </a:r>
          </a:p>
          <a:p>
            <a:r>
              <a:rPr lang="en-US" dirty="0"/>
              <a:t>Form designer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5187CB9-A2B5-9951-FCFF-C7CCE19B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47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D0D72B-2B57-5983-CF1B-B992172E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82D896-3CBE-26BB-0C1C-B8B4551B6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524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process of identifying and removing errors from computer hardware or software.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E3847A7-03AF-CE09-44B7-52331D40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 descr="How Much of Debugging Software Is a Tester's Responsibility? | StickyMinds">
            <a:extLst>
              <a:ext uri="{FF2B5EF4-FFF2-40B4-BE49-F238E27FC236}">
                <a16:creationId xmlns="" xmlns:a16="http://schemas.microsoft.com/office/drawing/2014/main" id="{A3E4A367-B207-344E-0F39-F2766E23F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9530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44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99E396-0909-8BF7-0C46-C4FD20F0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9FF219A-1EA6-4810-54B3-442D9CA97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Syntax errors</a:t>
            </a:r>
          </a:p>
          <a:p>
            <a:pPr lvl="1" algn="just"/>
            <a:r>
              <a:rPr lang="en-US" dirty="0"/>
              <a:t>Syntax errors are detected at compile-time</a:t>
            </a:r>
          </a:p>
          <a:p>
            <a:pPr lvl="1" algn="just"/>
            <a:r>
              <a:rPr lang="en-US" dirty="0"/>
              <a:t>Intelligent IDE identify syntax errors in coding time</a:t>
            </a:r>
          </a:p>
          <a:p>
            <a:pPr algn="just"/>
            <a:r>
              <a:rPr lang="en-US" dirty="0"/>
              <a:t>Logical errors</a:t>
            </a:r>
          </a:p>
          <a:p>
            <a:pPr lvl="1" algn="just"/>
            <a:r>
              <a:rPr lang="en-US" dirty="0"/>
              <a:t>Error in code logic to produce an unexpected output</a:t>
            </a:r>
          </a:p>
          <a:p>
            <a:pPr algn="just"/>
            <a:r>
              <a:rPr lang="en-US" dirty="0"/>
              <a:t>Run time error</a:t>
            </a:r>
          </a:p>
          <a:p>
            <a:pPr lvl="1" algn="just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2D0B546-00E9-E404-68B8-CF82BC52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42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F7184C-3B38-AF7E-B17E-914EFBC62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errors in NetBeans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19934F-928F-AB84-687B-7960AA906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NetBeans IDE find the syntax errors</a:t>
            </a:r>
          </a:p>
          <a:p>
            <a:pPr algn="just"/>
            <a:r>
              <a:rPr lang="en-US" dirty="0"/>
              <a:t>Underline the error with wavy red line.</a:t>
            </a:r>
          </a:p>
          <a:p>
            <a:pPr algn="just"/>
            <a:r>
              <a:rPr lang="en-US" dirty="0"/>
              <a:t>Display an explanation of the error when mouse pointer is moving the on the wavy red line.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3A33278-BE38-F282-9A17-B36928E5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EDBC574-F499-F802-5F85-9C4216C91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4696402"/>
            <a:ext cx="66198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71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E1B706-3F1C-8909-4CDA-E8F68958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in NetBeans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04D779-13A1-3598-3072-69CD06374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Breakpoints</a:t>
            </a:r>
            <a:endParaRPr lang="si-LK" dirty="0"/>
          </a:p>
          <a:p>
            <a:pPr lvl="1"/>
            <a:r>
              <a:rPr lang="en-US" b="0" i="0" dirty="0">
                <a:solidFill>
                  <a:srgbClr val="0A0A0A"/>
                </a:solidFill>
                <a:effectLst/>
                <a:latin typeface="Open Sans" panose="020B0606030504020204" pitchFamily="34" charset="0"/>
              </a:rPr>
              <a:t>Breakpoint tells the debugger where to stop during execution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9CAABA-7426-C724-A309-98CD0FA7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79C2F0F-936F-4997-5685-0DA8C871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657600"/>
            <a:ext cx="63246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74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F83ACE-648D-7028-6DE6-1A58343D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in NetBeans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515832-0CA3-F008-B769-C08340E97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debugging</a:t>
            </a:r>
          </a:p>
          <a:p>
            <a:pPr lvl="1"/>
            <a:r>
              <a:rPr lang="en-US" dirty="0"/>
              <a:t>Execution will halt at breakpoint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AEA2EEB-0527-94DA-13F0-98D83CB5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C075012-1176-5442-3659-D8CE3A5E1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77418"/>
            <a:ext cx="252412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07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F83ACE-648D-7028-6DE6-1A58343D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in NetBeans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515832-0CA3-F008-B769-C08340E97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over</a:t>
            </a:r>
          </a:p>
          <a:p>
            <a:pPr lvl="1"/>
            <a:r>
              <a:rPr lang="en-US" dirty="0"/>
              <a:t>Run to next line</a:t>
            </a:r>
          </a:p>
          <a:p>
            <a:r>
              <a:rPr lang="en-US" dirty="0"/>
              <a:t>Step into</a:t>
            </a:r>
          </a:p>
          <a:p>
            <a:pPr lvl="1"/>
            <a:r>
              <a:rPr lang="en-US" dirty="0"/>
              <a:t>Enter to a method and stop at the first line</a:t>
            </a:r>
          </a:p>
          <a:p>
            <a:r>
              <a:rPr lang="en-US" dirty="0"/>
              <a:t>Step out</a:t>
            </a:r>
          </a:p>
          <a:p>
            <a:pPr lvl="1"/>
            <a:r>
              <a:rPr lang="en-US" dirty="0"/>
              <a:t>Run to method completion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AEA2EEB-0527-94DA-13F0-98D83CB5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BE55641-76F3-FF02-FDDC-FF5D9A76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33" y="2057400"/>
            <a:ext cx="390525" cy="390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F955F13-360E-BDEC-91F8-75A089528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" y="3172619"/>
            <a:ext cx="381000" cy="41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3321504-B289-56B2-861C-3E970B5AB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38625"/>
            <a:ext cx="4000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62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86D4CB-797E-AA09-9300-B5A78D00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in NetBeans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5AB58B-2056-421F-42E2-FA4D8C4A4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window</a:t>
            </a:r>
          </a:p>
          <a:p>
            <a:pPr lvl="1"/>
            <a:r>
              <a:rPr lang="en-US" dirty="0"/>
              <a:t>Display the values of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49AD879-E17F-F82C-217A-40DB7080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A386CED-DC88-9DE9-1F58-EB1EE225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336515"/>
            <a:ext cx="6858000" cy="135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34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055" y="2743200"/>
            <a:ext cx="8229600" cy="1143000"/>
          </a:xfrm>
        </p:spPr>
        <p:txBody>
          <a:bodyPr/>
          <a:lstStyle/>
          <a:p>
            <a:r>
              <a:rPr lang="en-US" dirty="0" smtClean="0"/>
              <a:t>Software Versioning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11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12D590-8D7B-75DD-B651-5B17E827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74084C-0E74-E0D3-AB14-437FB766B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Software versioning is the process of assigning either unique version names or unique version numbers to unique states of computer software. </a:t>
            </a:r>
          </a:p>
          <a:p>
            <a:pPr algn="just"/>
            <a:r>
              <a:rPr lang="en-US" dirty="0"/>
              <a:t>Within a given version number category, these numbers are generally assigned in increasing order and correspond to new developments in the software.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5D61DC5-624B-5BE0-C58D-58C489C2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48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E96369-F9D0-0BB5-070A-6A5BAAF9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Versioning with NetBeans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13FE83-583B-84F2-3113-5586EDA7C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Apache NetBeans IDE provides support for the Git, Mercurial and Subversion version control systems, which are distributed version control and source code management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C2E3C85-622D-2DC3-19B4-EF2E3AED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026" name="Picture 2" descr="upload.wikimedia.org/wikipedia/commons/thumb/0/...">
            <a:extLst>
              <a:ext uri="{FF2B5EF4-FFF2-40B4-BE49-F238E27FC236}">
                <a16:creationId xmlns:a16="http://schemas.microsoft.com/office/drawing/2014/main" xmlns="" id="{90AC3CE4-AF90-AB6E-B20C-AF0CC0484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369519"/>
            <a:ext cx="1830388" cy="235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 là gì? Tại sao sử dụng Git?">
            <a:extLst>
              <a:ext uri="{FF2B5EF4-FFF2-40B4-BE49-F238E27FC236}">
                <a16:creationId xmlns:a16="http://schemas.microsoft.com/office/drawing/2014/main" xmlns="" id="{46F8A10E-CD4B-2F39-9593-F9FD9C0F1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98" y="4332770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ache Subversion - Wikipedia">
            <a:extLst>
              <a:ext uri="{FF2B5EF4-FFF2-40B4-BE49-F238E27FC236}">
                <a16:creationId xmlns:a16="http://schemas.microsoft.com/office/drawing/2014/main" xmlns="" id="{9248058E-4191-4C7C-29A1-94076F1BC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851" y="4506044"/>
            <a:ext cx="2724349" cy="235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578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D6AA26-43DE-5EB2-BE6C-098605F1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versioning with NetBeans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9EE7A6-54AF-546E-7E73-F26AA5346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a repository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E3A7392-ABE3-C852-EAF4-9FED2A02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2133999-11E6-351F-BC53-0C234962C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805906"/>
            <a:ext cx="3452781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57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691770-0834-2B50-2D46-AF95D49D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 a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8582FB-825D-BC91-A549-FCBA331D5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95724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Repository allows developer to save versions of the code, which can access when needed.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59997C9-3137-CC81-AD33-BF505475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174FA43-298B-D3C9-4C67-43E8CC4D1605}"/>
              </a:ext>
            </a:extLst>
          </p:cNvPr>
          <p:cNvSpPr txBox="1"/>
          <p:nvPr/>
        </p:nvSpPr>
        <p:spPr>
          <a:xfrm>
            <a:off x="457200" y="5433020"/>
            <a:ext cx="716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dirty="0">
                <a:highlight>
                  <a:srgbClr val="FFFF00"/>
                </a:highlight>
              </a:rPr>
              <a:t>.git</a:t>
            </a:r>
            <a:r>
              <a:rPr lang="en-US" dirty="0"/>
              <a:t> subfolder is created in current working directory, which all the project snapshots are stored. This will also create a new main branch.</a:t>
            </a:r>
          </a:p>
          <a:p>
            <a:endParaRPr lang="en-US" dirty="0"/>
          </a:p>
          <a:p>
            <a:r>
              <a:rPr lang="en-US" dirty="0"/>
              <a:t>C:\Users\USER\Documents\NetBeansProjects\Test1\.git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619994C-4CA4-5CA3-3CF5-78E5EB2AB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019425"/>
            <a:ext cx="53721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51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B92784-A036-02C1-E3FF-96A6417D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configuration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E9B21943-E1AB-B687-2BEC-DADF635D04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05000"/>
            <a:ext cx="3399543" cy="42211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DCE815D-1B3F-DDA9-E0B2-D405D9C2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60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A5542FE-57FB-75B7-D36E-E1CD19527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040672"/>
            <a:ext cx="6629400" cy="2825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CC13A1-205D-8C23-B581-47924F1A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4DA762-00A7-9D63-E578-490EF2BB5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Commit means snapshots or milestones along the timeline of a Git project.</a:t>
            </a:r>
          </a:p>
          <a:p>
            <a:r>
              <a:rPr lang="en-US" dirty="0"/>
              <a:t>So, developer can do time to time changes in project and commit with a suitable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4BE74F-08B7-1F01-0F26-01E80160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2709214-7AE3-B26D-03AF-BBFB11C6B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45" y="4352845"/>
            <a:ext cx="22383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92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6ADFC1-F2A3-4F0E-B3F2-F476C17F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Commit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8C5DE7-5694-5A9A-D0DD-F3CFA2150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 the commit history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3C632C9-2A71-6CA5-B708-C929E284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085DA59-6DA8-C856-6A80-A85E0DA5D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47" y="3529984"/>
            <a:ext cx="2190750" cy="2486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5B7B290-E69C-FA18-F072-47E23EF55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075" y="3253759"/>
            <a:ext cx="58007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2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120E3E-F412-05EF-6F21-06F3D573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EA6614-FA9F-729E-44B4-6C7469DB1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 the changes in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0474764-7BF2-9AB5-EF4B-1B0E6A41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8C48BDA-F976-2E8C-F7DB-0E1AAAC81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084590"/>
            <a:ext cx="2076450" cy="628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1D8500A-E963-E9EC-9357-7DEC40E8D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76" y="2849765"/>
            <a:ext cx="9144000" cy="400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5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BD7E84-BD00-4676-63D3-84CC0B99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Revert commit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42FA2C-C88C-5D44-CEC0-121728B96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Reverse back to previous commit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87F0BC5-4E82-1708-4727-D8C42CB2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D8EFDEB-1DBF-AECD-4AB5-03554E5EF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062" y="2501900"/>
            <a:ext cx="37242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06177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1543</TotalTime>
  <Words>579</Words>
  <Application>Microsoft Office PowerPoint</Application>
  <PresentationFormat>On-screen Show (4:3)</PresentationFormat>
  <Paragraphs>115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</vt:lpstr>
      <vt:lpstr>Calibri</vt:lpstr>
      <vt:lpstr>Google Sans</vt:lpstr>
      <vt:lpstr>Iskoola Pota</vt:lpstr>
      <vt:lpstr>Open Sans</vt:lpstr>
      <vt:lpstr>HNDIT</vt:lpstr>
      <vt:lpstr>HNDIT2012 Fundamentals of Computer Programming</vt:lpstr>
      <vt:lpstr>Integrated Development Environment</vt:lpstr>
      <vt:lpstr>Features of an IDE</vt:lpstr>
      <vt:lpstr>Features of an IDE</vt:lpstr>
      <vt:lpstr>Features of an IDE</vt:lpstr>
      <vt:lpstr>Popular Java IDE</vt:lpstr>
      <vt:lpstr>PowerPoint Presentation</vt:lpstr>
      <vt:lpstr>Installing NetBeans</vt:lpstr>
      <vt:lpstr>Features of NetBeans IDE</vt:lpstr>
      <vt:lpstr>Debugging </vt:lpstr>
      <vt:lpstr>Types of errors</vt:lpstr>
      <vt:lpstr>Syntax errors in NetBeans</vt:lpstr>
      <vt:lpstr>Debugging in NetBeans</vt:lpstr>
      <vt:lpstr>Debugging in NetBeans</vt:lpstr>
      <vt:lpstr>Debugging in NetBeans</vt:lpstr>
      <vt:lpstr>Debugging in NetBeans</vt:lpstr>
      <vt:lpstr>Software Versioning</vt:lpstr>
      <vt:lpstr>Software versioning</vt:lpstr>
      <vt:lpstr>Versioning with NetBeans</vt:lpstr>
      <vt:lpstr>Git versioning with NetBeans</vt:lpstr>
      <vt:lpstr>Initialize a repository</vt:lpstr>
      <vt:lpstr>Global configuration</vt:lpstr>
      <vt:lpstr>Commit </vt:lpstr>
      <vt:lpstr>View Commit history</vt:lpstr>
      <vt:lpstr>Show changes</vt:lpstr>
      <vt:lpstr>Revert commit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JAVA</dc:title>
  <dc:creator>Janaka</dc:creator>
  <cp:lastModifiedBy>USER</cp:lastModifiedBy>
  <cp:revision>454</cp:revision>
  <dcterms:created xsi:type="dcterms:W3CDTF">2006-08-16T00:00:00Z</dcterms:created>
  <dcterms:modified xsi:type="dcterms:W3CDTF">2024-03-18T11:48:10Z</dcterms:modified>
</cp:coreProperties>
</file>