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Arim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9Jwj3SALhsP4kfSKPMCaB0Wo4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11" Type="http://schemas.openxmlformats.org/officeDocument/2006/relationships/slide" Target="slides/slide6.xml"/><Relationship Id="rId22" Type="http://schemas.openxmlformats.org/officeDocument/2006/relationships/font" Target="fonts/Arimo-boldItalic.fntdata"/><Relationship Id="rId10" Type="http://schemas.openxmlformats.org/officeDocument/2006/relationships/slide" Target="slides/slide5.xml"/><Relationship Id="rId21" Type="http://schemas.openxmlformats.org/officeDocument/2006/relationships/font" Target="fonts/Arim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javax.swing.*;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java.awt.event.*;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class SimpleGUIWithEvent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JFrame frame = new JFrame("My First GUI with Event");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frame.setSize(300, 200);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frame.setLayout(null);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JLabel label = new JLabel("Enter your name:");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label.setBounds(10, 20, 120,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frame.add(label);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final JTextField textField = new JTextField();  // FIX: marked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textField.setBounds(140, 20, 130,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frame.add(textField);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JButton button = new JButton("Submit");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button.setBounds(100, 70, 100, 30);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frame.add(button);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button.addActionListener(new ActionListener()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public void actionPerformed(ActionEvent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String name = textField.getText(); // Now allowed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JOptionPane.showMessageDialog(frame, "Hello, " + name + "!");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});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frame.setDefaultCloseOperation(JFrame.EXIT_ON_CLOSE);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frame.setVisible(true);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javax.swing.*;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java.awt.event.*;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class AddTwoNumbersGUI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Create the 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JFrame frame = new JFrame("Add Two Numbers");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frame.setSize(300, 200);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frame.setLayout(null);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JLabel label1 = new JLabel("Number 1:");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label1.setBounds(20, 20, 80,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frame.add(label1);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JLabel label2 = new JLabel("Number 2:");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label2.setBounds(20, 60, 80,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frame.add(label2);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Text fields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final JTextField num1Field = new JTextField();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num1Field.setBounds(100, 20, 150,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frame.add(num1Field);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final JTextField num2Field = new JTextField();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num2Field.setBounds(100, 60, 150, 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frame.add(num2Field);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Button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JButton addButton = new JButton("Add");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addButton.setBounds(100, 100, 80, 30);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frame.add(addButton);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Event handling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addButton.addActionListener(new ActionListener()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public void actionPerformed(ActionEvent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try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// Parse numbers from text fields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double num1 = Double.parseDouble(num1Field.getText());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double num2 = Double.parseDouble(num2Field.getText());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// Calculate and show 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double sum = num1 + num2;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JOptionPane.showMessageDialog(frame, "Total: " + sum);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} catch (NumberFormatException ex)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JOptionPane.showMessageDialog(frame, "Please enter valid numbers.");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});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Frame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frame.setDefaultCloseOperation(JFrame.EXIT_ON_CLOSE);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frame.setVisible(true);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javax.swing.*;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java.awt.event.*;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public class TwoButtonsExample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public static void main(String[] args)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Create the 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JFrame frame = new JFrame("Two Button Actions");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frame.setSize(300, 200);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frame.setLayout(null);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Create Button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JButton button1 = new JButton("Button 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button1.setBounds(50, 50, 90, 30);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frame.add(button1);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Create Button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JButton button2 = new JButton("Button 2");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button2.setBounds(150, 50, 90, 30);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frame.add(button2);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Button 1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button1.addActionListener(new ActionListener()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public void actionPerformed(ActionEvent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JOptionPane.showMessageDialog(frame, "You clicked Button 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});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Button 2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button2.addActionListener(new ActionListener()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public void actionPerformed(ActionEvent e)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JOptionPane.showMessageDialog(frame, "You clicked Button 2");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});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// Frame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frame.setDefaultCloseOperation(JFrame.EXIT_ON_CLOSE);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frame.setVisible(true);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Event Handling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Event Handling?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Event handling is the mechanism that controls how events (like button clicks or key presses) are managed in a Java GUI.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Events are user actions like: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Clicking a button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Typing text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Selecting a radio button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Event Handling in Java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Java uses event-driven programming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GUI components (like JButton) generate events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respond to those events, you: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Create an event listener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Register it to the component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Event Listener Interfaces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600200"/>
            <a:ext cx="6427722" cy="323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interfaces: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ActionListener</a:t>
            </a:r>
            <a:r>
              <a:rPr b="0" i="0" lang="en-US" sz="2400" u="none" cap="none" strike="noStrike">
                <a:solidFill>
                  <a:schemeClr val="dk1"/>
                </a:solidFill>
              </a:rPr>
              <a:t> – for buttons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ItemListener</a:t>
            </a:r>
            <a:r>
              <a:rPr b="0" i="0" lang="en-US" sz="2400" u="none" cap="none" strike="noStrike">
                <a:solidFill>
                  <a:schemeClr val="dk1"/>
                </a:solidFill>
              </a:rPr>
              <a:t> – for checkboxes, radio buttons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KeyListener</a:t>
            </a:r>
            <a:r>
              <a:rPr b="0" i="0" lang="en-US" sz="2400" u="none" cap="none" strike="noStrike">
                <a:solidFill>
                  <a:schemeClr val="dk1"/>
                </a:solidFill>
              </a:rPr>
              <a:t> – for keyboard input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MouseListener</a:t>
            </a:r>
            <a:r>
              <a:rPr b="0" i="0" lang="en-US" sz="2400" u="none" cap="none" strike="noStrike">
                <a:solidFill>
                  <a:schemeClr val="dk1"/>
                </a:solidFill>
              </a:rPr>
              <a:t> – for mouse clicks</a:t>
            </a:r>
            <a:endParaRPr/>
          </a:p>
          <a:p>
            <a:pPr indent="0" lvl="1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implements ActionListener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 to Handle Events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457200" y="1600200"/>
            <a:ext cx="833593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necessary packages (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java.awt.event.*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 the listener interface</a:t>
            </a:r>
            <a:endParaRPr/>
          </a:p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Override the event method (e.g.,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actionPerformed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the listener using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.addActionListener()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Code Example – Button Click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1194" l="0" r="0" t="0"/>
          <a:stretch/>
        </p:blipFill>
        <p:spPr>
          <a:xfrm>
            <a:off x="838200" y="1295400"/>
            <a:ext cx="7543800" cy="47244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19100" y="1649801"/>
            <a:ext cx="8305800" cy="2895600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button.addActionListener(...)</a:t>
            </a:r>
            <a:endParaRPr/>
          </a:p>
          <a:p>
            <a:pPr indent="-32766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</a:t>
            </a:r>
            <a:r>
              <a:rPr b="1" lang="en-US"/>
              <a:t>registers a listener</a:t>
            </a:r>
            <a:r>
              <a:rPr lang="en-US"/>
              <a:t> to the button.</a:t>
            </a:r>
            <a:endParaRPr/>
          </a:p>
          <a:p>
            <a:pPr indent="-32766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listener is an object that </a:t>
            </a:r>
            <a:r>
              <a:rPr b="1" lang="en-US"/>
              <a:t>"listens" for button clicks</a:t>
            </a:r>
            <a:r>
              <a:rPr lang="en-US"/>
              <a:t>.</a:t>
            </a:r>
            <a:endParaRPr/>
          </a:p>
          <a:p>
            <a:pPr indent="-32766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the button is clicked, the listener will </a:t>
            </a:r>
            <a:r>
              <a:rPr b="1" lang="en-US"/>
              <a:t>react</a:t>
            </a:r>
            <a:r>
              <a:rPr lang="en-US"/>
              <a:t>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57200" y="228600"/>
            <a:ext cx="8229600" cy="3429000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public void actionPerformed(ActionEvent 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is the </a:t>
            </a:r>
            <a:r>
              <a:rPr b="1" lang="en-US"/>
              <a:t>event-handling method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must be </a:t>
            </a:r>
            <a:r>
              <a:rPr b="1" lang="en-US"/>
              <a:t>overridden</a:t>
            </a:r>
            <a:r>
              <a:rPr lang="en-US"/>
              <a:t>, because it's part of the ActionListener interface.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runs </a:t>
            </a:r>
            <a:r>
              <a:rPr b="1" lang="en-US"/>
              <a:t>automatically</a:t>
            </a:r>
            <a:r>
              <a:rPr lang="en-US"/>
              <a:t> when the button is clicked.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533400" y="3886200"/>
            <a:ext cx="8229600" cy="2667000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System.out.println("Button was clicked!");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 response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click event.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prints a message to the console — you can change this to do anything you want (open a new window, change text, etc.).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Summary in Plain English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tell the button: </a:t>
            </a:r>
            <a:r>
              <a:rPr i="1" lang="en-US"/>
              <a:t>“Hey, when someone clicks you, run this code.”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That code is wrapped in something called an </a:t>
            </a:r>
            <a:r>
              <a:rPr b="1" lang="en-US"/>
              <a:t>ActionListener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 override the actionPerformed method to define </a:t>
            </a:r>
            <a:r>
              <a:rPr b="1" lang="en-US"/>
              <a:t>exactly what happens</a:t>
            </a:r>
            <a:r>
              <a:rPr lang="en-US"/>
              <a:t> when the click occurs.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code is added </a:t>
            </a:r>
            <a:r>
              <a:rPr b="1" lang="en-US"/>
              <a:t>inline</a:t>
            </a:r>
            <a:r>
              <a:rPr lang="en-US"/>
              <a:t>, meaning right next to where it’s used, to keep it simple.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 b="0" l="0" r="2410" t="0"/>
          <a:stretch/>
        </p:blipFill>
        <p:spPr>
          <a:xfrm>
            <a:off x="304800" y="185262"/>
            <a:ext cx="6629400" cy="6524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1371600"/>
            <a:ext cx="29813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8769" y="2590800"/>
            <a:ext cx="302895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28600"/>
            <a:ext cx="5410200" cy="627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304800"/>
            <a:ext cx="8365633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5131" y="3410712"/>
            <a:ext cx="2971800" cy="344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6508570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304800"/>
            <a:ext cx="3076575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2025-05-26T09:06:04Z</dcterms:created>
  <dc:creator>student</dc:creator>
</cp:coreProperties>
</file>