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Lst>
  <p:sldSz cy="6858000" cx="12192000"/>
  <p:notesSz cx="6858000" cy="9144000"/>
  <p:embeddedFontLst>
    <p:embeddedFont>
      <p:font typeface="Corbel"/>
      <p:regular r:id="rId19"/>
      <p:bold r:id="rId20"/>
      <p:italic r:id="rId21"/>
      <p:boldItalic r:id="rId22"/>
    </p:embeddedFont>
    <p:embeddedFont>
      <p:font typeface="Century Gothic"/>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g23jEcjJtBBP/gqCXi94E+gpSkg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Corbel-bold.fntdata"/><Relationship Id="rId22" Type="http://schemas.openxmlformats.org/officeDocument/2006/relationships/font" Target="fonts/Corbel-boldItalic.fntdata"/><Relationship Id="rId21" Type="http://schemas.openxmlformats.org/officeDocument/2006/relationships/font" Target="fonts/Corbel-italic.fntdata"/><Relationship Id="rId24" Type="http://schemas.openxmlformats.org/officeDocument/2006/relationships/font" Target="fonts/CenturyGothic-bold.fntdata"/><Relationship Id="rId23" Type="http://schemas.openxmlformats.org/officeDocument/2006/relationships/font" Target="fonts/CenturyGothic-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CenturyGothic-boldItalic.fntdata"/><Relationship Id="rId25" Type="http://schemas.openxmlformats.org/officeDocument/2006/relationships/font" Target="fonts/CenturyGothic-italic.fntdata"/><Relationship Id="rId27" Type="http://customschemas.google.com/relationships/presentationmetadata" Target="meta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Corbel-regular.fntdata"/><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707774e679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2707774e67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8" name="Shape 38"/>
        <p:cNvGrpSpPr/>
        <p:nvPr/>
      </p:nvGrpSpPr>
      <p:grpSpPr>
        <a:xfrm>
          <a:off x="0" y="0"/>
          <a:ext cx="0" cy="0"/>
          <a:chOff x="0" y="0"/>
          <a:chExt cx="0" cy="0"/>
        </a:xfrm>
      </p:grpSpPr>
      <p:sp>
        <p:nvSpPr>
          <p:cNvPr id="39" name="Google Shape;39;p16"/>
          <p:cNvSpPr txBox="1"/>
          <p:nvPr>
            <p:ph type="ctrTitle"/>
          </p:nvPr>
        </p:nvSpPr>
        <p:spPr>
          <a:xfrm>
            <a:off x="2589213" y="2514600"/>
            <a:ext cx="8915399" cy="22627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5400"/>
              <a:buFont typeface="Century Gothic"/>
              <a:buNone/>
              <a:defRPr sz="5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6"/>
          <p:cNvSpPr txBox="1"/>
          <p:nvPr>
            <p:ph idx="1" type="subTitle"/>
          </p:nvPr>
        </p:nvSpPr>
        <p:spPr>
          <a:xfrm>
            <a:off x="2589213" y="4777379"/>
            <a:ext cx="8915399" cy="1126283"/>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SzPts val="1800"/>
              <a:buNone/>
              <a:defRPr>
                <a:solidFill>
                  <a:srgbClr val="595959"/>
                </a:solidFill>
              </a:defRPr>
            </a:lvl1pPr>
            <a:lvl2pPr lvl="1" algn="ctr">
              <a:spcBef>
                <a:spcPts val="1000"/>
              </a:spcBef>
              <a:spcAft>
                <a:spcPts val="0"/>
              </a:spcAft>
              <a:buSzPts val="1600"/>
              <a:buNone/>
              <a:defRPr>
                <a:solidFill>
                  <a:srgbClr val="888888"/>
                </a:solidFill>
              </a:defRPr>
            </a:lvl2pPr>
            <a:lvl3pPr lvl="2" algn="ctr">
              <a:spcBef>
                <a:spcPts val="1000"/>
              </a:spcBef>
              <a:spcAft>
                <a:spcPts val="0"/>
              </a:spcAft>
              <a:buSzPts val="1400"/>
              <a:buNone/>
              <a:defRPr>
                <a:solidFill>
                  <a:srgbClr val="888888"/>
                </a:solidFill>
              </a:defRPr>
            </a:lvl3pPr>
            <a:lvl4pPr lvl="3" algn="ctr">
              <a:spcBef>
                <a:spcPts val="1000"/>
              </a:spcBef>
              <a:spcAft>
                <a:spcPts val="0"/>
              </a:spcAft>
              <a:buSzPts val="1200"/>
              <a:buNone/>
              <a:defRPr>
                <a:solidFill>
                  <a:srgbClr val="888888"/>
                </a:solidFill>
              </a:defRPr>
            </a:lvl4pPr>
            <a:lvl5pPr lvl="4" algn="ctr">
              <a:spcBef>
                <a:spcPts val="1000"/>
              </a:spcBef>
              <a:spcAft>
                <a:spcPts val="0"/>
              </a:spcAft>
              <a:buSzPts val="1200"/>
              <a:buNone/>
              <a:defRPr>
                <a:solidFill>
                  <a:srgbClr val="888888"/>
                </a:solidFill>
              </a:defRPr>
            </a:lvl5pPr>
            <a:lvl6pPr lvl="5" algn="ctr">
              <a:spcBef>
                <a:spcPts val="1000"/>
              </a:spcBef>
              <a:spcAft>
                <a:spcPts val="0"/>
              </a:spcAft>
              <a:buSzPts val="1200"/>
              <a:buNone/>
              <a:defRPr>
                <a:solidFill>
                  <a:srgbClr val="888888"/>
                </a:solidFill>
              </a:defRPr>
            </a:lvl6pPr>
            <a:lvl7pPr lvl="6" algn="ctr">
              <a:spcBef>
                <a:spcPts val="1000"/>
              </a:spcBef>
              <a:spcAft>
                <a:spcPts val="0"/>
              </a:spcAft>
              <a:buSzPts val="1200"/>
              <a:buNone/>
              <a:defRPr>
                <a:solidFill>
                  <a:srgbClr val="888888"/>
                </a:solidFill>
              </a:defRPr>
            </a:lvl7pPr>
            <a:lvl8pPr lvl="7" algn="ctr">
              <a:spcBef>
                <a:spcPts val="1000"/>
              </a:spcBef>
              <a:spcAft>
                <a:spcPts val="0"/>
              </a:spcAft>
              <a:buSzPts val="1200"/>
              <a:buNone/>
              <a:defRPr>
                <a:solidFill>
                  <a:srgbClr val="888888"/>
                </a:solidFill>
              </a:defRPr>
            </a:lvl8pPr>
            <a:lvl9pPr lvl="8" algn="ctr">
              <a:spcBef>
                <a:spcPts val="1000"/>
              </a:spcBef>
              <a:spcAft>
                <a:spcPts val="0"/>
              </a:spcAft>
              <a:buSzPts val="1200"/>
              <a:buNone/>
              <a:defRPr>
                <a:solidFill>
                  <a:srgbClr val="888888"/>
                </a:solidFill>
              </a:defRPr>
            </a:lvl9pPr>
          </a:lstStyle>
          <a:p/>
        </p:txBody>
      </p:sp>
      <p:sp>
        <p:nvSpPr>
          <p:cNvPr id="41" name="Google Shape;41;p1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1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6"/>
          <p:cNvSpPr/>
          <p:nvPr/>
        </p:nvSpPr>
        <p:spPr>
          <a:xfrm>
            <a:off x="0" y="4323810"/>
            <a:ext cx="1744652" cy="778589"/>
          </a:xfrm>
          <a:custGeom>
            <a:rect b="b" l="l" r="r" t="t"/>
            <a:pathLst>
              <a:path extrusionOk="0" h="166" w="372">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16"/>
          <p:cNvSpPr txBox="1"/>
          <p:nvPr>
            <p:ph idx="12" type="sldNum"/>
          </p:nvPr>
        </p:nvSpPr>
        <p:spPr>
          <a:xfrm>
            <a:off x="531812" y="4529540"/>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5" name="Shape 45"/>
        <p:cNvGrpSpPr/>
        <p:nvPr/>
      </p:nvGrpSpPr>
      <p:grpSpPr>
        <a:xfrm>
          <a:off x="0" y="0"/>
          <a:ext cx="0" cy="0"/>
          <a:chOff x="0" y="0"/>
          <a:chExt cx="0" cy="0"/>
        </a:xfrm>
      </p:grpSpPr>
      <p:sp>
        <p:nvSpPr>
          <p:cNvPr id="46" name="Google Shape;46;p17"/>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7"/>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48" name="Google Shape;48;p1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7"/>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17"/>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2" name="Shape 52"/>
        <p:cNvGrpSpPr/>
        <p:nvPr/>
      </p:nvGrpSpPr>
      <p:grpSpPr>
        <a:xfrm>
          <a:off x="0" y="0"/>
          <a:ext cx="0" cy="0"/>
          <a:chOff x="0" y="0"/>
          <a:chExt cx="0" cy="0"/>
        </a:xfrm>
      </p:grpSpPr>
      <p:sp>
        <p:nvSpPr>
          <p:cNvPr id="53" name="Google Shape;53;p18"/>
          <p:cNvSpPr txBox="1"/>
          <p:nvPr>
            <p:ph type="title"/>
          </p:nvPr>
        </p:nvSpPr>
        <p:spPr>
          <a:xfrm>
            <a:off x="2589212" y="2058750"/>
            <a:ext cx="8915399" cy="14688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4000"/>
              <a:buFont typeface="Century Gothic"/>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8"/>
          <p:cNvSpPr txBox="1"/>
          <p:nvPr>
            <p:ph idx="1" type="body"/>
          </p:nvPr>
        </p:nvSpPr>
        <p:spPr>
          <a:xfrm>
            <a:off x="2589212" y="3530129"/>
            <a:ext cx="8915399"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2000"/>
              <a:buNone/>
              <a:defRPr sz="20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55" name="Google Shape;55;p1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1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18"/>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8"/>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9" name="Shape 59"/>
        <p:cNvGrpSpPr/>
        <p:nvPr/>
      </p:nvGrpSpPr>
      <p:grpSpPr>
        <a:xfrm>
          <a:off x="0" y="0"/>
          <a:ext cx="0" cy="0"/>
          <a:chOff x="0" y="0"/>
          <a:chExt cx="0" cy="0"/>
        </a:xfrm>
      </p:grpSpPr>
      <p:sp>
        <p:nvSpPr>
          <p:cNvPr id="60" name="Google Shape;60;p19"/>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9"/>
          <p:cNvSpPr txBox="1"/>
          <p:nvPr>
            <p:ph idx="1" type="body"/>
          </p:nvPr>
        </p:nvSpPr>
        <p:spPr>
          <a:xfrm>
            <a:off x="2589212" y="2133600"/>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2" name="Google Shape;62;p19"/>
          <p:cNvSpPr txBox="1"/>
          <p:nvPr>
            <p:ph idx="2" type="body"/>
          </p:nvPr>
        </p:nvSpPr>
        <p:spPr>
          <a:xfrm>
            <a:off x="7190747" y="2126222"/>
            <a:ext cx="4313864" cy="3777622"/>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63" name="Google Shape;63;p1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1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19"/>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9"/>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7" name="Shape 67"/>
        <p:cNvGrpSpPr/>
        <p:nvPr/>
      </p:nvGrpSpPr>
      <p:grpSpPr>
        <a:xfrm>
          <a:off x="0" y="0"/>
          <a:ext cx="0" cy="0"/>
          <a:chOff x="0" y="0"/>
          <a:chExt cx="0" cy="0"/>
        </a:xfrm>
      </p:grpSpPr>
      <p:sp>
        <p:nvSpPr>
          <p:cNvPr id="68" name="Google Shape;68;p20"/>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0"/>
          <p:cNvSpPr txBox="1"/>
          <p:nvPr>
            <p:ph idx="1" type="body"/>
          </p:nvPr>
        </p:nvSpPr>
        <p:spPr>
          <a:xfrm>
            <a:off x="2939373" y="1972703"/>
            <a:ext cx="3992732"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0" name="Google Shape;70;p20"/>
          <p:cNvSpPr txBox="1"/>
          <p:nvPr>
            <p:ph idx="2" type="body"/>
          </p:nvPr>
        </p:nvSpPr>
        <p:spPr>
          <a:xfrm>
            <a:off x="2589212" y="2548966"/>
            <a:ext cx="4342893"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1" name="Google Shape;71;p20"/>
          <p:cNvSpPr txBox="1"/>
          <p:nvPr>
            <p:ph idx="3" type="body"/>
          </p:nvPr>
        </p:nvSpPr>
        <p:spPr>
          <a:xfrm>
            <a:off x="7506629" y="1969475"/>
            <a:ext cx="3999001"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None/>
              <a:defRPr b="0" sz="2400"/>
            </a:lvl1pPr>
            <a:lvl2pPr indent="-228600" lvl="1" marL="914400" algn="l">
              <a:spcBef>
                <a:spcPts val="1000"/>
              </a:spcBef>
              <a:spcAft>
                <a:spcPts val="0"/>
              </a:spcAft>
              <a:buSzPts val="2000"/>
              <a:buNone/>
              <a:defRPr b="1" sz="2000"/>
            </a:lvl2pPr>
            <a:lvl3pPr indent="-228600" lvl="2" marL="1371600" algn="l">
              <a:spcBef>
                <a:spcPts val="1000"/>
              </a:spcBef>
              <a:spcAft>
                <a:spcPts val="0"/>
              </a:spcAft>
              <a:buSzPts val="1800"/>
              <a:buNone/>
              <a:defRPr b="1" sz="1800"/>
            </a:lvl3pPr>
            <a:lvl4pPr indent="-228600" lvl="3" marL="1828800" algn="l">
              <a:spcBef>
                <a:spcPts val="1000"/>
              </a:spcBef>
              <a:spcAft>
                <a:spcPts val="0"/>
              </a:spcAft>
              <a:buSzPts val="1600"/>
              <a:buNone/>
              <a:defRPr b="1" sz="1600"/>
            </a:lvl4pPr>
            <a:lvl5pPr indent="-228600" lvl="4" marL="2286000" algn="l">
              <a:spcBef>
                <a:spcPts val="1000"/>
              </a:spcBef>
              <a:spcAft>
                <a:spcPts val="0"/>
              </a:spcAft>
              <a:buSzPts val="1600"/>
              <a:buNone/>
              <a:defRPr b="1" sz="1600"/>
            </a:lvl5pPr>
            <a:lvl6pPr indent="-228600" lvl="5" marL="2743200" algn="l">
              <a:spcBef>
                <a:spcPts val="1000"/>
              </a:spcBef>
              <a:spcAft>
                <a:spcPts val="0"/>
              </a:spcAft>
              <a:buSzPts val="1600"/>
              <a:buNone/>
              <a:defRPr b="1" sz="1600"/>
            </a:lvl6pPr>
            <a:lvl7pPr indent="-228600" lvl="6" marL="3200400" algn="l">
              <a:spcBef>
                <a:spcPts val="1000"/>
              </a:spcBef>
              <a:spcAft>
                <a:spcPts val="0"/>
              </a:spcAft>
              <a:buSzPts val="1600"/>
              <a:buNone/>
              <a:defRPr b="1" sz="1600"/>
            </a:lvl7pPr>
            <a:lvl8pPr indent="-228600" lvl="7" marL="3657600" algn="l">
              <a:spcBef>
                <a:spcPts val="1000"/>
              </a:spcBef>
              <a:spcAft>
                <a:spcPts val="0"/>
              </a:spcAft>
              <a:buSzPts val="1600"/>
              <a:buNone/>
              <a:defRPr b="1" sz="1600"/>
            </a:lvl8pPr>
            <a:lvl9pPr indent="-228600" lvl="8" marL="4114800" algn="l">
              <a:spcBef>
                <a:spcPts val="1000"/>
              </a:spcBef>
              <a:spcAft>
                <a:spcPts val="0"/>
              </a:spcAft>
              <a:buSzPts val="1600"/>
              <a:buNone/>
              <a:defRPr b="1" sz="1600"/>
            </a:lvl9pPr>
          </a:lstStyle>
          <a:p/>
        </p:txBody>
      </p:sp>
      <p:sp>
        <p:nvSpPr>
          <p:cNvPr id="72" name="Google Shape;72;p20"/>
          <p:cNvSpPr txBox="1"/>
          <p:nvPr>
            <p:ph idx="4" type="body"/>
          </p:nvPr>
        </p:nvSpPr>
        <p:spPr>
          <a:xfrm>
            <a:off x="7166957" y="2545738"/>
            <a:ext cx="4338674" cy="335406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73" name="Google Shape;73;p2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0"/>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0"/>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7" name="Shape 77"/>
        <p:cNvGrpSpPr/>
        <p:nvPr/>
      </p:nvGrpSpPr>
      <p:grpSpPr>
        <a:xfrm>
          <a:off x="0" y="0"/>
          <a:ext cx="0" cy="0"/>
          <a:chOff x="0" y="0"/>
          <a:chExt cx="0" cy="0"/>
        </a:xfrm>
      </p:grpSpPr>
      <p:sp>
        <p:nvSpPr>
          <p:cNvPr id="78" name="Google Shape;78;p21"/>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2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21"/>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3" name="Shape 83"/>
        <p:cNvGrpSpPr/>
        <p:nvPr/>
      </p:nvGrpSpPr>
      <p:grpSpPr>
        <a:xfrm>
          <a:off x="0" y="0"/>
          <a:ext cx="0" cy="0"/>
          <a:chOff x="0" y="0"/>
          <a:chExt cx="0" cy="0"/>
        </a:xfrm>
      </p:grpSpPr>
      <p:sp>
        <p:nvSpPr>
          <p:cNvPr id="84" name="Google Shape;84;p22"/>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2"/>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2"/>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2"/>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8" name="Shape 88"/>
        <p:cNvGrpSpPr/>
        <p:nvPr/>
      </p:nvGrpSpPr>
      <p:grpSpPr>
        <a:xfrm>
          <a:off x="0" y="0"/>
          <a:ext cx="0" cy="0"/>
          <a:chOff x="0" y="0"/>
          <a:chExt cx="0" cy="0"/>
        </a:xfrm>
      </p:grpSpPr>
      <p:sp>
        <p:nvSpPr>
          <p:cNvPr id="89" name="Google Shape;89;p23"/>
          <p:cNvSpPr txBox="1"/>
          <p:nvPr>
            <p:ph type="title"/>
          </p:nvPr>
        </p:nvSpPr>
        <p:spPr>
          <a:xfrm>
            <a:off x="2589212" y="446088"/>
            <a:ext cx="3505199" cy="976312"/>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2000"/>
              <a:buFont typeface="Century Gothic"/>
              <a:buNone/>
              <a:defRPr b="0"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3"/>
          <p:cNvSpPr txBox="1"/>
          <p:nvPr>
            <p:ph idx="1" type="body"/>
          </p:nvPr>
        </p:nvSpPr>
        <p:spPr>
          <a:xfrm>
            <a:off x="6323012" y="446088"/>
            <a:ext cx="5181600" cy="5414963"/>
          </a:xfrm>
          <a:prstGeom prst="rect">
            <a:avLst/>
          </a:prstGeom>
          <a:noFill/>
          <a:ln>
            <a:noFill/>
          </a:ln>
        </p:spPr>
        <p:txBody>
          <a:bodyPr anchorCtr="0" anchor="ctr"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91" name="Google Shape;91;p23"/>
          <p:cNvSpPr txBox="1"/>
          <p:nvPr>
            <p:ph idx="2" type="body"/>
          </p:nvPr>
        </p:nvSpPr>
        <p:spPr>
          <a:xfrm>
            <a:off x="2589212" y="1598613"/>
            <a:ext cx="3505199" cy="4262436"/>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00"/>
              <a:buNone/>
              <a:defRPr sz="14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92" name="Google Shape;92;p23"/>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3"/>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3"/>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23"/>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96" name="Shape 96"/>
        <p:cNvGrpSpPr/>
        <p:nvPr/>
      </p:nvGrpSpPr>
      <p:grpSpPr>
        <a:xfrm>
          <a:off x="0" y="0"/>
          <a:ext cx="0" cy="0"/>
          <a:chOff x="0" y="0"/>
          <a:chExt cx="0" cy="0"/>
        </a:xfrm>
      </p:grpSpPr>
      <p:sp>
        <p:nvSpPr>
          <p:cNvPr id="97" name="Google Shape;97;p24"/>
          <p:cNvSpPr txBox="1"/>
          <p:nvPr>
            <p:ph type="title"/>
          </p:nvPr>
        </p:nvSpPr>
        <p:spPr>
          <a:xfrm>
            <a:off x="2589213" y="4800600"/>
            <a:ext cx="8915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2400"/>
              <a:buFont typeface="Century Gothic"/>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24"/>
          <p:cNvSpPr/>
          <p:nvPr>
            <p:ph idx="2" type="pic"/>
          </p:nvPr>
        </p:nvSpPr>
        <p:spPr>
          <a:xfrm>
            <a:off x="2589212" y="634965"/>
            <a:ext cx="8915400" cy="3854970"/>
          </a:xfrm>
          <a:prstGeom prst="rect">
            <a:avLst/>
          </a:prstGeom>
          <a:noFill/>
          <a:ln>
            <a:noFill/>
          </a:ln>
        </p:spPr>
      </p:sp>
      <p:sp>
        <p:nvSpPr>
          <p:cNvPr id="99" name="Google Shape;99;p24"/>
          <p:cNvSpPr txBox="1"/>
          <p:nvPr>
            <p:ph idx="1" type="body"/>
          </p:nvPr>
        </p:nvSpPr>
        <p:spPr>
          <a:xfrm>
            <a:off x="2589213" y="5367338"/>
            <a:ext cx="8915400" cy="49371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200"/>
              <a:buNone/>
              <a:defRPr sz="1200"/>
            </a:lvl1pPr>
            <a:lvl2pPr indent="-228600" lvl="1" marL="914400" algn="l">
              <a:spcBef>
                <a:spcPts val="1000"/>
              </a:spcBef>
              <a:spcAft>
                <a:spcPts val="0"/>
              </a:spcAft>
              <a:buSzPts val="1200"/>
              <a:buNone/>
              <a:defRPr sz="1200"/>
            </a:lvl2pPr>
            <a:lvl3pPr indent="-228600" lvl="2" marL="1371600" algn="l">
              <a:spcBef>
                <a:spcPts val="1000"/>
              </a:spcBef>
              <a:spcAft>
                <a:spcPts val="0"/>
              </a:spcAft>
              <a:buSzPts val="1000"/>
              <a:buNone/>
              <a:defRPr sz="1000"/>
            </a:lvl3pPr>
            <a:lvl4pPr indent="-228600" lvl="3" marL="1828800" algn="l">
              <a:spcBef>
                <a:spcPts val="1000"/>
              </a:spcBef>
              <a:spcAft>
                <a:spcPts val="0"/>
              </a:spcAft>
              <a:buSzPts val="900"/>
              <a:buNone/>
              <a:defRPr sz="900"/>
            </a:lvl4pPr>
            <a:lvl5pPr indent="-228600" lvl="4" marL="2286000" algn="l">
              <a:spcBef>
                <a:spcPts val="1000"/>
              </a:spcBef>
              <a:spcAft>
                <a:spcPts val="0"/>
              </a:spcAft>
              <a:buSzPts val="900"/>
              <a:buNone/>
              <a:defRPr sz="900"/>
            </a:lvl5pPr>
            <a:lvl6pPr indent="-228600" lvl="5" marL="2743200" algn="l">
              <a:spcBef>
                <a:spcPts val="1000"/>
              </a:spcBef>
              <a:spcAft>
                <a:spcPts val="0"/>
              </a:spcAft>
              <a:buSzPts val="900"/>
              <a:buNone/>
              <a:defRPr sz="900"/>
            </a:lvl6pPr>
            <a:lvl7pPr indent="-228600" lvl="6" marL="3200400" algn="l">
              <a:spcBef>
                <a:spcPts val="1000"/>
              </a:spcBef>
              <a:spcAft>
                <a:spcPts val="0"/>
              </a:spcAft>
              <a:buSzPts val="900"/>
              <a:buNone/>
              <a:defRPr sz="900"/>
            </a:lvl7pPr>
            <a:lvl8pPr indent="-228600" lvl="7" marL="3657600" algn="l">
              <a:spcBef>
                <a:spcPts val="1000"/>
              </a:spcBef>
              <a:spcAft>
                <a:spcPts val="0"/>
              </a:spcAft>
              <a:buSzPts val="900"/>
              <a:buNone/>
              <a:defRPr sz="900"/>
            </a:lvl8pPr>
            <a:lvl9pPr indent="-228600" lvl="8" marL="4114800" algn="l">
              <a:spcBef>
                <a:spcPts val="1000"/>
              </a:spcBef>
              <a:spcAft>
                <a:spcPts val="0"/>
              </a:spcAft>
              <a:buSzPts val="900"/>
              <a:buNone/>
              <a:defRPr sz="900"/>
            </a:lvl9pPr>
          </a:lstStyle>
          <a:p/>
        </p:txBody>
      </p:sp>
      <p:sp>
        <p:nvSpPr>
          <p:cNvPr id="100" name="Google Shape;100;p24"/>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p24"/>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4"/>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24"/>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04" name="Shape 104"/>
        <p:cNvGrpSpPr/>
        <p:nvPr/>
      </p:nvGrpSpPr>
      <p:grpSpPr>
        <a:xfrm>
          <a:off x="0" y="0"/>
          <a:ext cx="0" cy="0"/>
          <a:chOff x="0" y="0"/>
          <a:chExt cx="0" cy="0"/>
        </a:xfrm>
      </p:grpSpPr>
      <p:sp>
        <p:nvSpPr>
          <p:cNvPr id="105" name="Google Shape;105;p25"/>
          <p:cNvSpPr txBox="1"/>
          <p:nvPr>
            <p:ph type="title"/>
          </p:nvPr>
        </p:nvSpPr>
        <p:spPr>
          <a:xfrm>
            <a:off x="2589212" y="609600"/>
            <a:ext cx="8915399" cy="311704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25"/>
          <p:cNvSpPr txBox="1"/>
          <p:nvPr>
            <p:ph idx="1"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07" name="Google Shape;107;p2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5"/>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25"/>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11" name="Shape 111"/>
        <p:cNvGrpSpPr/>
        <p:nvPr/>
      </p:nvGrpSpPr>
      <p:grpSpPr>
        <a:xfrm>
          <a:off x="0" y="0"/>
          <a:ext cx="0" cy="0"/>
          <a:chOff x="0" y="0"/>
          <a:chExt cx="0" cy="0"/>
        </a:xfrm>
      </p:grpSpPr>
      <p:sp>
        <p:nvSpPr>
          <p:cNvPr id="112" name="Google Shape;112;p26"/>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p26"/>
          <p:cNvSpPr txBox="1"/>
          <p:nvPr>
            <p:ph idx="1" type="body"/>
          </p:nvPr>
        </p:nvSpPr>
        <p:spPr>
          <a:xfrm>
            <a:off x="3275012" y="3505200"/>
            <a:ext cx="753655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600"/>
              <a:buFont typeface="Century Gothic"/>
              <a:buNone/>
              <a:defRPr sz="1600">
                <a:solidFill>
                  <a:srgbClr val="7F7F7F"/>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14" name="Google Shape;114;p26"/>
          <p:cNvSpPr txBox="1"/>
          <p:nvPr>
            <p:ph idx="2" type="body"/>
          </p:nvPr>
        </p:nvSpPr>
        <p:spPr>
          <a:xfrm>
            <a:off x="2589212" y="4354046"/>
            <a:ext cx="8915399" cy="1555864"/>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800"/>
              <a:buNone/>
              <a:defRPr sz="1800">
                <a:solidFill>
                  <a:srgbClr val="595959"/>
                </a:solidFill>
              </a:defRPr>
            </a:lvl1pPr>
            <a:lvl2pPr indent="-228600" lvl="1" marL="914400" algn="l">
              <a:spcBef>
                <a:spcPts val="1000"/>
              </a:spcBef>
              <a:spcAft>
                <a:spcPts val="0"/>
              </a:spcAft>
              <a:buSzPts val="1800"/>
              <a:buNone/>
              <a:defRPr sz="1800">
                <a:solidFill>
                  <a:srgbClr val="888888"/>
                </a:solidFill>
              </a:defRPr>
            </a:lvl2pPr>
            <a:lvl3pPr indent="-228600" lvl="2" marL="1371600" algn="l">
              <a:spcBef>
                <a:spcPts val="1000"/>
              </a:spcBef>
              <a:spcAft>
                <a:spcPts val="0"/>
              </a:spcAft>
              <a:buSzPts val="1600"/>
              <a:buNone/>
              <a:defRPr sz="1600">
                <a:solidFill>
                  <a:srgbClr val="888888"/>
                </a:solidFill>
              </a:defRPr>
            </a:lvl3pPr>
            <a:lvl4pPr indent="-228600" lvl="3" marL="1828800" algn="l">
              <a:spcBef>
                <a:spcPts val="1000"/>
              </a:spcBef>
              <a:spcAft>
                <a:spcPts val="0"/>
              </a:spcAft>
              <a:buSzPts val="1400"/>
              <a:buNone/>
              <a:defRPr sz="1400">
                <a:solidFill>
                  <a:srgbClr val="888888"/>
                </a:solidFill>
              </a:defRPr>
            </a:lvl4pPr>
            <a:lvl5pPr indent="-228600" lvl="4" marL="2286000" algn="l">
              <a:spcBef>
                <a:spcPts val="1000"/>
              </a:spcBef>
              <a:spcAft>
                <a:spcPts val="0"/>
              </a:spcAft>
              <a:buSzPts val="1400"/>
              <a:buNone/>
              <a:defRPr sz="1400">
                <a:solidFill>
                  <a:srgbClr val="888888"/>
                </a:solidFill>
              </a:defRPr>
            </a:lvl5pPr>
            <a:lvl6pPr indent="-228600" lvl="5" marL="2743200" algn="l">
              <a:spcBef>
                <a:spcPts val="1000"/>
              </a:spcBef>
              <a:spcAft>
                <a:spcPts val="0"/>
              </a:spcAft>
              <a:buSzPts val="1400"/>
              <a:buNone/>
              <a:defRPr sz="1400">
                <a:solidFill>
                  <a:srgbClr val="888888"/>
                </a:solidFill>
              </a:defRPr>
            </a:lvl6pPr>
            <a:lvl7pPr indent="-228600" lvl="6" marL="3200400" algn="l">
              <a:spcBef>
                <a:spcPts val="1000"/>
              </a:spcBef>
              <a:spcAft>
                <a:spcPts val="0"/>
              </a:spcAft>
              <a:buSzPts val="1400"/>
              <a:buNone/>
              <a:defRPr sz="1400">
                <a:solidFill>
                  <a:srgbClr val="888888"/>
                </a:solidFill>
              </a:defRPr>
            </a:lvl7pPr>
            <a:lvl8pPr indent="-228600" lvl="7" marL="3657600" algn="l">
              <a:spcBef>
                <a:spcPts val="1000"/>
              </a:spcBef>
              <a:spcAft>
                <a:spcPts val="0"/>
              </a:spcAft>
              <a:buSzPts val="1400"/>
              <a:buNone/>
              <a:defRPr sz="1400">
                <a:solidFill>
                  <a:srgbClr val="888888"/>
                </a:solidFill>
              </a:defRPr>
            </a:lvl8pPr>
            <a:lvl9pPr indent="-228600" lvl="8" marL="4114800" algn="l">
              <a:spcBef>
                <a:spcPts val="1000"/>
              </a:spcBef>
              <a:spcAft>
                <a:spcPts val="0"/>
              </a:spcAft>
              <a:buSzPts val="1400"/>
              <a:buNone/>
              <a:defRPr sz="1400">
                <a:solidFill>
                  <a:srgbClr val="888888"/>
                </a:solidFill>
              </a:defRPr>
            </a:lvl9pPr>
          </a:lstStyle>
          <a:p/>
        </p:txBody>
      </p:sp>
      <p:sp>
        <p:nvSpPr>
          <p:cNvPr id="115" name="Google Shape;115;p26"/>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26"/>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26"/>
          <p:cNvSpPr/>
          <p:nvPr/>
        </p:nvSpPr>
        <p:spPr>
          <a:xfrm flipH="1" rot="10800000">
            <a:off x="-4189" y="31781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6"/>
          <p:cNvSpPr txBox="1"/>
          <p:nvPr>
            <p:ph idx="12" type="sldNum"/>
          </p:nvPr>
        </p:nvSpPr>
        <p:spPr>
          <a:xfrm>
            <a:off x="531812" y="3244139"/>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19" name="Google Shape;119;p26"/>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20" name="Google Shape;120;p26"/>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21" name="Shape 121"/>
        <p:cNvGrpSpPr/>
        <p:nvPr/>
      </p:nvGrpSpPr>
      <p:grpSpPr>
        <a:xfrm>
          <a:off x="0" y="0"/>
          <a:ext cx="0" cy="0"/>
          <a:chOff x="0" y="0"/>
          <a:chExt cx="0" cy="0"/>
        </a:xfrm>
      </p:grpSpPr>
      <p:sp>
        <p:nvSpPr>
          <p:cNvPr id="122" name="Google Shape;122;p27"/>
          <p:cNvSpPr txBox="1"/>
          <p:nvPr>
            <p:ph type="title"/>
          </p:nvPr>
        </p:nvSpPr>
        <p:spPr>
          <a:xfrm>
            <a:off x="2589213" y="2438400"/>
            <a:ext cx="8915400" cy="272484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27"/>
          <p:cNvSpPr txBox="1"/>
          <p:nvPr>
            <p:ph idx="1"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24" name="Google Shape;124;p27"/>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27"/>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6" name="Google Shape;126;p27"/>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7"/>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28" name="Shape 128"/>
        <p:cNvGrpSpPr/>
        <p:nvPr/>
      </p:nvGrpSpPr>
      <p:grpSpPr>
        <a:xfrm>
          <a:off x="0" y="0"/>
          <a:ext cx="0" cy="0"/>
          <a:chOff x="0" y="0"/>
          <a:chExt cx="0" cy="0"/>
        </a:xfrm>
      </p:grpSpPr>
      <p:sp>
        <p:nvSpPr>
          <p:cNvPr id="129" name="Google Shape;129;p28"/>
          <p:cNvSpPr txBox="1"/>
          <p:nvPr>
            <p:ph type="title"/>
          </p:nvPr>
        </p:nvSpPr>
        <p:spPr>
          <a:xfrm>
            <a:off x="2849949" y="609600"/>
            <a:ext cx="8393926" cy="2895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28"/>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1" name="Google Shape;131;p28"/>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32" name="Google Shape;132;p28"/>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28"/>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28"/>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8"/>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6" name="Google Shape;136;p28"/>
          <p:cNvSpPr txBox="1"/>
          <p:nvPr/>
        </p:nvSpPr>
        <p:spPr>
          <a:xfrm>
            <a:off x="2467652" y="648005"/>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
        <p:nvSpPr>
          <p:cNvPr id="137" name="Google Shape;137;p28"/>
          <p:cNvSpPr txBox="1"/>
          <p:nvPr/>
        </p:nvSpPr>
        <p:spPr>
          <a:xfrm>
            <a:off x="11114852" y="290530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chemeClr val="accent1"/>
                </a:solidFill>
                <a:latin typeface="Arial"/>
                <a:ea typeface="Arial"/>
                <a:cs typeface="Arial"/>
                <a:sym typeface="Arial"/>
              </a:rPr>
              <a:t>”</a:t>
            </a:r>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38" name="Shape 138"/>
        <p:cNvGrpSpPr/>
        <p:nvPr/>
      </p:nvGrpSpPr>
      <p:grpSpPr>
        <a:xfrm>
          <a:off x="0" y="0"/>
          <a:ext cx="0" cy="0"/>
          <a:chOff x="0" y="0"/>
          <a:chExt cx="0" cy="0"/>
        </a:xfrm>
      </p:grpSpPr>
      <p:sp>
        <p:nvSpPr>
          <p:cNvPr id="139" name="Google Shape;139;p29"/>
          <p:cNvSpPr txBox="1"/>
          <p:nvPr>
            <p:ph type="title"/>
          </p:nvPr>
        </p:nvSpPr>
        <p:spPr>
          <a:xfrm>
            <a:off x="2589212" y="627407"/>
            <a:ext cx="8915399" cy="288002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4800"/>
              <a:buFont typeface="Century Gothic"/>
              <a:buNone/>
              <a:defRPr b="0"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0" name="Google Shape;140;p29"/>
          <p:cNvSpPr txBox="1"/>
          <p:nvPr>
            <p:ph idx="1" type="body"/>
          </p:nvPr>
        </p:nvSpPr>
        <p:spPr>
          <a:xfrm>
            <a:off x="2589212" y="4343400"/>
            <a:ext cx="8915400" cy="838200"/>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2400"/>
              <a:buFont typeface="Century Gothic"/>
              <a:buNone/>
              <a:defRPr sz="2400">
                <a:solidFill>
                  <a:schemeClr val="accent1"/>
                </a:solidFill>
              </a:defRPr>
            </a:lvl1pPr>
            <a:lvl2pPr indent="-228600" lvl="1" marL="914400" algn="l">
              <a:spcBef>
                <a:spcPts val="1000"/>
              </a:spcBef>
              <a:spcAft>
                <a:spcPts val="0"/>
              </a:spcAft>
              <a:buSzPts val="1600"/>
              <a:buFont typeface="Century Gothic"/>
              <a:buNone/>
              <a:defRPr/>
            </a:lvl2pPr>
            <a:lvl3pPr indent="-228600" lvl="2" marL="1371600" algn="l">
              <a:spcBef>
                <a:spcPts val="1000"/>
              </a:spcBef>
              <a:spcAft>
                <a:spcPts val="0"/>
              </a:spcAft>
              <a:buSzPts val="1400"/>
              <a:buFont typeface="Century Gothic"/>
              <a:buNone/>
              <a:defRPr/>
            </a:lvl3pPr>
            <a:lvl4pPr indent="-228600" lvl="3" marL="1828800" algn="l">
              <a:spcBef>
                <a:spcPts val="1000"/>
              </a:spcBef>
              <a:spcAft>
                <a:spcPts val="0"/>
              </a:spcAft>
              <a:buSzPts val="1200"/>
              <a:buFont typeface="Century Gothic"/>
              <a:buNone/>
              <a:defRPr/>
            </a:lvl4pPr>
            <a:lvl5pPr indent="-228600" lvl="4" marL="2286000" algn="l">
              <a:spcBef>
                <a:spcPts val="1000"/>
              </a:spcBef>
              <a:spcAft>
                <a:spcPts val="0"/>
              </a:spcAft>
              <a:buSzPts val="1200"/>
              <a:buFont typeface="Century Gothic"/>
              <a:buNone/>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1" name="Google Shape;141;p29"/>
          <p:cNvSpPr txBox="1"/>
          <p:nvPr>
            <p:ph idx="2" type="body"/>
          </p:nvPr>
        </p:nvSpPr>
        <p:spPr>
          <a:xfrm>
            <a:off x="2589213" y="5181600"/>
            <a:ext cx="8915400" cy="729622"/>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800"/>
              <a:buNone/>
              <a:defRPr>
                <a:solidFill>
                  <a:srgbClr val="595959"/>
                </a:solidFill>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2" name="Google Shape;142;p29"/>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29"/>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29"/>
          <p:cNvSpPr/>
          <p:nvPr/>
        </p:nvSpPr>
        <p:spPr>
          <a:xfrm flipH="1" rot="10800000">
            <a:off x="-4189" y="491172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9"/>
          <p:cNvSpPr txBox="1"/>
          <p:nvPr>
            <p:ph idx="12" type="sldNum"/>
          </p:nvPr>
        </p:nvSpPr>
        <p:spPr>
          <a:xfrm>
            <a:off x="531812" y="4983087"/>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6" name="Shape 146"/>
        <p:cNvGrpSpPr/>
        <p:nvPr/>
      </p:nvGrpSpPr>
      <p:grpSpPr>
        <a:xfrm>
          <a:off x="0" y="0"/>
          <a:ext cx="0" cy="0"/>
          <a:chOff x="0" y="0"/>
          <a:chExt cx="0" cy="0"/>
        </a:xfrm>
      </p:grpSpPr>
      <p:sp>
        <p:nvSpPr>
          <p:cNvPr id="147" name="Google Shape;147;p30"/>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p30"/>
          <p:cNvSpPr txBox="1"/>
          <p:nvPr>
            <p:ph idx="1" type="body"/>
          </p:nvPr>
        </p:nvSpPr>
        <p:spPr>
          <a:xfrm rot="5400000">
            <a:off x="5103812" y="-381000"/>
            <a:ext cx="3886200" cy="89154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49" name="Google Shape;149;p30"/>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30"/>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30"/>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30"/>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3" name="Shape 153"/>
        <p:cNvGrpSpPr/>
        <p:nvPr/>
      </p:nvGrpSpPr>
      <p:grpSpPr>
        <a:xfrm>
          <a:off x="0" y="0"/>
          <a:ext cx="0" cy="0"/>
          <a:chOff x="0" y="0"/>
          <a:chExt cx="0" cy="0"/>
        </a:xfrm>
      </p:grpSpPr>
      <p:sp>
        <p:nvSpPr>
          <p:cNvPr id="154" name="Google Shape;154;p31"/>
          <p:cNvSpPr txBox="1"/>
          <p:nvPr>
            <p:ph type="title"/>
          </p:nvPr>
        </p:nvSpPr>
        <p:spPr>
          <a:xfrm rot="5400000">
            <a:off x="7756704" y="2165513"/>
            <a:ext cx="5283817" cy="2207601"/>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rgbClr val="168DBA"/>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31"/>
          <p:cNvSpPr txBox="1"/>
          <p:nvPr>
            <p:ph idx="1" type="body"/>
          </p:nvPr>
        </p:nvSpPr>
        <p:spPr>
          <a:xfrm rot="5400000">
            <a:off x="3185803" y="30814"/>
            <a:ext cx="5283817" cy="6477000"/>
          </a:xfrm>
          <a:prstGeom prst="rect">
            <a:avLst/>
          </a:prstGeom>
          <a:noFill/>
          <a:ln>
            <a:noFill/>
          </a:ln>
        </p:spPr>
        <p:txBody>
          <a:bodyPr anchorCtr="0" anchor="t" bIns="45700" lIns="91425" spcFirstLastPara="1" rIns="91425" wrap="square" tIns="45700">
            <a:normAutofit/>
          </a:bodyPr>
          <a:lstStyle>
            <a:lvl1pPr indent="-342900" lvl="0" marL="457200" algn="l">
              <a:spcBef>
                <a:spcPts val="1000"/>
              </a:spcBef>
              <a:spcAft>
                <a:spcPts val="0"/>
              </a:spcAft>
              <a:buSzPts val="1800"/>
              <a:buChar char="🠶"/>
              <a:defRPr/>
            </a:lvl1pPr>
            <a:lvl2pPr indent="-342900" lvl="1" marL="914400" algn="l">
              <a:spcBef>
                <a:spcPts val="1000"/>
              </a:spcBef>
              <a:spcAft>
                <a:spcPts val="0"/>
              </a:spcAft>
              <a:buSzPts val="1800"/>
              <a:buChar char="🠶"/>
              <a:defRPr/>
            </a:lvl2pPr>
            <a:lvl3pPr indent="-342900" lvl="2" marL="1371600" algn="l">
              <a:spcBef>
                <a:spcPts val="1000"/>
              </a:spcBef>
              <a:spcAft>
                <a:spcPts val="0"/>
              </a:spcAft>
              <a:buSzPts val="1800"/>
              <a:buChar char="🠶"/>
              <a:defRPr/>
            </a:lvl3pPr>
            <a:lvl4pPr indent="-342900" lvl="3" marL="1828800" algn="l">
              <a:spcBef>
                <a:spcPts val="1000"/>
              </a:spcBef>
              <a:spcAft>
                <a:spcPts val="0"/>
              </a:spcAft>
              <a:buSzPts val="1800"/>
              <a:buChar char="🠶"/>
              <a:defRPr/>
            </a:lvl4pPr>
            <a:lvl5pPr indent="-342900" lvl="4" marL="2286000" algn="l">
              <a:spcBef>
                <a:spcPts val="1000"/>
              </a:spcBef>
              <a:spcAft>
                <a:spcPts val="0"/>
              </a:spcAft>
              <a:buSzPts val="1800"/>
              <a:buChar char="🠶"/>
              <a:defRPr/>
            </a:lvl5pPr>
            <a:lvl6pPr indent="-342900" lvl="5" marL="2743200" algn="l">
              <a:spcBef>
                <a:spcPts val="1000"/>
              </a:spcBef>
              <a:spcAft>
                <a:spcPts val="0"/>
              </a:spcAft>
              <a:buSzPts val="1800"/>
              <a:buChar char="🠶"/>
              <a:defRPr/>
            </a:lvl6pPr>
            <a:lvl7pPr indent="-342900" lvl="6" marL="3200400" algn="l">
              <a:spcBef>
                <a:spcPts val="1000"/>
              </a:spcBef>
              <a:spcAft>
                <a:spcPts val="0"/>
              </a:spcAft>
              <a:buSzPts val="1800"/>
              <a:buChar char="🠶"/>
              <a:defRPr/>
            </a:lvl7pPr>
            <a:lvl8pPr indent="-342900" lvl="7" marL="3657600" algn="l">
              <a:spcBef>
                <a:spcPts val="1000"/>
              </a:spcBef>
              <a:spcAft>
                <a:spcPts val="0"/>
              </a:spcAft>
              <a:buSzPts val="1800"/>
              <a:buChar char="🠶"/>
              <a:defRPr/>
            </a:lvl8pPr>
            <a:lvl9pPr indent="-342900" lvl="8" marL="4114800" algn="l">
              <a:spcBef>
                <a:spcPts val="1000"/>
              </a:spcBef>
              <a:spcAft>
                <a:spcPts val="0"/>
              </a:spcAft>
              <a:buSzPts val="1800"/>
              <a:buChar char="🠶"/>
              <a:defRPr/>
            </a:lvl9pPr>
          </a:lstStyle>
          <a:p/>
        </p:txBody>
      </p:sp>
      <p:sp>
        <p:nvSpPr>
          <p:cNvPr id="156" name="Google Shape;156;p31"/>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31"/>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31"/>
          <p:cNvSpPr/>
          <p:nvPr/>
        </p:nvSpPr>
        <p:spPr>
          <a:xfrm flipH="1" rot="10800000">
            <a:off x="-4189" y="714375"/>
            <a:ext cx="1588527" cy="507297"/>
          </a:xfrm>
          <a:custGeom>
            <a:rect b="b" l="l" r="r" t="t"/>
            <a:pathLst>
              <a:path extrusionOk="0" h="10000" w="9248">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31"/>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theme" Target="../theme/theme1.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FFFFFF"/>
            </a:gs>
            <a:gs pos="100000">
              <a:srgbClr val="C4DCE3"/>
            </a:gs>
          </a:gsLst>
          <a:lin ang="5400000" scaled="0"/>
        </a:gradFill>
      </p:bgPr>
    </p:bg>
    <p:spTree>
      <p:nvGrpSpPr>
        <p:cNvPr id="5" name="Shape 5"/>
        <p:cNvGrpSpPr/>
        <p:nvPr/>
      </p:nvGrpSpPr>
      <p:grpSpPr>
        <a:xfrm>
          <a:off x="0" y="0"/>
          <a:ext cx="0" cy="0"/>
          <a:chOff x="0" y="0"/>
          <a:chExt cx="0" cy="0"/>
        </a:xfrm>
      </p:grpSpPr>
      <p:grpSp>
        <p:nvGrpSpPr>
          <p:cNvPr id="6" name="Google Shape;6;p15"/>
          <p:cNvGrpSpPr/>
          <p:nvPr/>
        </p:nvGrpSpPr>
        <p:grpSpPr>
          <a:xfrm>
            <a:off x="1" y="228600"/>
            <a:ext cx="2851516" cy="6638628"/>
            <a:chOff x="2487613" y="285750"/>
            <a:chExt cx="2428875" cy="5654676"/>
          </a:xfrm>
        </p:grpSpPr>
        <p:sp>
          <p:nvSpPr>
            <p:cNvPr id="7" name="Google Shape;7;p15"/>
            <p:cNvSpPr/>
            <p:nvPr/>
          </p:nvSpPr>
          <p:spPr>
            <a:xfrm>
              <a:off x="2487613" y="2284413"/>
              <a:ext cx="85725" cy="533400"/>
            </a:xfrm>
            <a:custGeom>
              <a:rect b="b" l="l" r="r" t="t"/>
              <a:pathLst>
                <a:path extrusionOk="0" h="136" w="22">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 name="Google Shape;8;p15"/>
            <p:cNvSpPr/>
            <p:nvPr/>
          </p:nvSpPr>
          <p:spPr>
            <a:xfrm>
              <a:off x="2597151" y="2779713"/>
              <a:ext cx="550863" cy="1978025"/>
            </a:xfrm>
            <a:custGeom>
              <a:rect b="b" l="l" r="r" t="t"/>
              <a:pathLst>
                <a:path extrusionOk="0" h="504" w="140">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 name="Google Shape;9;p15"/>
            <p:cNvSpPr/>
            <p:nvPr/>
          </p:nvSpPr>
          <p:spPr>
            <a:xfrm>
              <a:off x="3175001" y="4730750"/>
              <a:ext cx="519113" cy="1209675"/>
            </a:xfrm>
            <a:custGeom>
              <a:rect b="b" l="l" r="r" t="t"/>
              <a:pathLst>
                <a:path extrusionOk="0" h="308" w="132">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15"/>
            <p:cNvSpPr/>
            <p:nvPr/>
          </p:nvSpPr>
          <p:spPr>
            <a:xfrm>
              <a:off x="3305176" y="5630863"/>
              <a:ext cx="146050" cy="309563"/>
            </a:xfrm>
            <a:custGeom>
              <a:rect b="b" l="l" r="r" t="t"/>
              <a:pathLst>
                <a:path extrusionOk="0" h="79" w="37">
                  <a:moveTo>
                    <a:pt x="28" y="79"/>
                  </a:moveTo>
                  <a:cubicBezTo>
                    <a:pt x="37" y="79"/>
                    <a:pt x="37" y="79"/>
                    <a:pt x="37" y="79"/>
                  </a:cubicBezTo>
                  <a:cubicBezTo>
                    <a:pt x="24" y="53"/>
                    <a:pt x="12" y="27"/>
                    <a:pt x="0" y="0"/>
                  </a:cubicBezTo>
                  <a:cubicBezTo>
                    <a:pt x="8" y="27"/>
                    <a:pt x="17" y="53"/>
                    <a:pt x="28" y="79"/>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15"/>
            <p:cNvSpPr/>
            <p:nvPr/>
          </p:nvSpPr>
          <p:spPr>
            <a:xfrm>
              <a:off x="2573338" y="2817813"/>
              <a:ext cx="700088" cy="2835275"/>
            </a:xfrm>
            <a:custGeom>
              <a:rect b="b" l="l" r="r" t="t"/>
              <a:pathLst>
                <a:path extrusionOk="0" h="722" w="178">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15"/>
            <p:cNvSpPr/>
            <p:nvPr/>
          </p:nvSpPr>
          <p:spPr>
            <a:xfrm>
              <a:off x="2506663" y="285750"/>
              <a:ext cx="90488" cy="2493963"/>
            </a:xfrm>
            <a:custGeom>
              <a:rect b="b" l="l" r="r" t="t"/>
              <a:pathLst>
                <a:path extrusionOk="0" h="635" w="23">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15"/>
            <p:cNvSpPr/>
            <p:nvPr/>
          </p:nvSpPr>
          <p:spPr>
            <a:xfrm>
              <a:off x="2554288" y="2598738"/>
              <a:ext cx="66675" cy="420688"/>
            </a:xfrm>
            <a:custGeom>
              <a:rect b="b" l="l" r="r" t="t"/>
              <a:pathLst>
                <a:path extrusionOk="0" h="107" w="1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15"/>
            <p:cNvSpPr/>
            <p:nvPr/>
          </p:nvSpPr>
          <p:spPr>
            <a:xfrm>
              <a:off x="3143251" y="4757738"/>
              <a:ext cx="161925" cy="873125"/>
            </a:xfrm>
            <a:custGeom>
              <a:rect b="b" l="l" r="r" t="t"/>
              <a:pathLst>
                <a:path extrusionOk="0" h="222" w="41">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15"/>
            <p:cNvSpPr/>
            <p:nvPr/>
          </p:nvSpPr>
          <p:spPr>
            <a:xfrm>
              <a:off x="3148013" y="1282700"/>
              <a:ext cx="1768475" cy="3448050"/>
            </a:xfrm>
            <a:custGeom>
              <a:rect b="b" l="l" r="r" t="t"/>
              <a:pathLst>
                <a:path extrusionOk="0" h="878" w="450">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5"/>
            <p:cNvSpPr/>
            <p:nvPr/>
          </p:nvSpPr>
          <p:spPr>
            <a:xfrm>
              <a:off x="3273426" y="5653088"/>
              <a:ext cx="138113" cy="287338"/>
            </a:xfrm>
            <a:custGeom>
              <a:rect b="b" l="l" r="r" t="t"/>
              <a:pathLst>
                <a:path extrusionOk="0" h="73" w="35">
                  <a:moveTo>
                    <a:pt x="0" y="0"/>
                  </a:moveTo>
                  <a:cubicBezTo>
                    <a:pt x="7" y="24"/>
                    <a:pt x="16" y="49"/>
                    <a:pt x="26" y="73"/>
                  </a:cubicBezTo>
                  <a:cubicBezTo>
                    <a:pt x="35" y="73"/>
                    <a:pt x="35" y="73"/>
                    <a:pt x="35" y="73"/>
                  </a:cubicBezTo>
                  <a:cubicBezTo>
                    <a:pt x="23" y="49"/>
                    <a:pt x="11" y="24"/>
                    <a:pt x="0" y="0"/>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5"/>
            <p:cNvSpPr/>
            <p:nvPr/>
          </p:nvSpPr>
          <p:spPr>
            <a:xfrm>
              <a:off x="3143251" y="4656138"/>
              <a:ext cx="31750" cy="188913"/>
            </a:xfrm>
            <a:custGeom>
              <a:rect b="b" l="l" r="r" t="t"/>
              <a:pathLst>
                <a:path extrusionOk="0" h="48" w="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5"/>
            <p:cNvSpPr/>
            <p:nvPr/>
          </p:nvSpPr>
          <p:spPr>
            <a:xfrm>
              <a:off x="3211513" y="5410200"/>
              <a:ext cx="203200" cy="530225"/>
            </a:xfrm>
            <a:custGeom>
              <a:rect b="b" l="l" r="r" t="t"/>
              <a:pathLst>
                <a:path extrusionOk="0" h="135" w="52">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dk2">
                <a:alpha val="2000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 name="Google Shape;19;p15"/>
          <p:cNvGrpSpPr/>
          <p:nvPr/>
        </p:nvGrpSpPr>
        <p:grpSpPr>
          <a:xfrm>
            <a:off x="27221" y="157"/>
            <a:ext cx="2356674" cy="6853096"/>
            <a:chOff x="6627813" y="195610"/>
            <a:chExt cx="1952625" cy="5678141"/>
          </a:xfrm>
        </p:grpSpPr>
        <p:sp>
          <p:nvSpPr>
            <p:cNvPr id="20" name="Google Shape;20;p15"/>
            <p:cNvSpPr/>
            <p:nvPr/>
          </p:nvSpPr>
          <p:spPr>
            <a:xfrm>
              <a:off x="6627813" y="195610"/>
              <a:ext cx="409575" cy="3646488"/>
            </a:xfrm>
            <a:custGeom>
              <a:rect b="b" l="l" r="r" t="t"/>
              <a:pathLst>
                <a:path extrusionOk="0" h="920" w="103">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5"/>
            <p:cNvSpPr/>
            <p:nvPr/>
          </p:nvSpPr>
          <p:spPr>
            <a:xfrm>
              <a:off x="7061201" y="3771900"/>
              <a:ext cx="350838" cy="1309688"/>
            </a:xfrm>
            <a:custGeom>
              <a:rect b="b" l="l" r="r" t="t"/>
              <a:pathLst>
                <a:path extrusionOk="0" h="330" w="88">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5"/>
            <p:cNvSpPr/>
            <p:nvPr/>
          </p:nvSpPr>
          <p:spPr>
            <a:xfrm>
              <a:off x="7439026" y="5053013"/>
              <a:ext cx="357188" cy="820738"/>
            </a:xfrm>
            <a:custGeom>
              <a:rect b="b" l="l" r="r" t="t"/>
              <a:pathLst>
                <a:path extrusionOk="0" h="207" w="90">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5"/>
            <p:cNvSpPr/>
            <p:nvPr/>
          </p:nvSpPr>
          <p:spPr>
            <a:xfrm>
              <a:off x="7037388" y="3811588"/>
              <a:ext cx="457200" cy="1852613"/>
            </a:xfrm>
            <a:custGeom>
              <a:rect b="b" l="l" r="r" t="t"/>
              <a:pathLst>
                <a:path extrusionOk="0" h="467" w="115">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5"/>
            <p:cNvSpPr/>
            <p:nvPr/>
          </p:nvSpPr>
          <p:spPr>
            <a:xfrm>
              <a:off x="6992938" y="1263650"/>
              <a:ext cx="144463" cy="2508250"/>
            </a:xfrm>
            <a:custGeom>
              <a:rect b="b" l="l" r="r" t="t"/>
              <a:pathLst>
                <a:path extrusionOk="0" h="633" w="36">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5"/>
            <p:cNvSpPr/>
            <p:nvPr/>
          </p:nvSpPr>
          <p:spPr>
            <a:xfrm>
              <a:off x="7526338" y="5640388"/>
              <a:ext cx="111125" cy="233363"/>
            </a:xfrm>
            <a:custGeom>
              <a:rect b="b" l="l" r="r" t="t"/>
              <a:pathLst>
                <a:path extrusionOk="0" h="59" w="28">
                  <a:moveTo>
                    <a:pt x="22" y="59"/>
                  </a:moveTo>
                  <a:cubicBezTo>
                    <a:pt x="28" y="59"/>
                    <a:pt x="28" y="59"/>
                    <a:pt x="28" y="59"/>
                  </a:cubicBezTo>
                  <a:cubicBezTo>
                    <a:pt x="18" y="40"/>
                    <a:pt x="9" y="20"/>
                    <a:pt x="0" y="0"/>
                  </a:cubicBezTo>
                  <a:cubicBezTo>
                    <a:pt x="6" y="20"/>
                    <a:pt x="13" y="40"/>
                    <a:pt x="22" y="59"/>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15"/>
            <p:cNvSpPr/>
            <p:nvPr/>
          </p:nvSpPr>
          <p:spPr>
            <a:xfrm>
              <a:off x="7021513" y="3598863"/>
              <a:ext cx="68263" cy="423863"/>
            </a:xfrm>
            <a:custGeom>
              <a:rect b="b" l="l" r="r" t="t"/>
              <a:pathLst>
                <a:path extrusionOk="0" h="107" w="1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15"/>
            <p:cNvSpPr/>
            <p:nvPr/>
          </p:nvSpPr>
          <p:spPr>
            <a:xfrm>
              <a:off x="7412038" y="2801938"/>
              <a:ext cx="1168400" cy="2251075"/>
            </a:xfrm>
            <a:custGeom>
              <a:rect b="b" l="l" r="r" t="t"/>
              <a:pathLst>
                <a:path extrusionOk="0" h="568" w="294">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15"/>
            <p:cNvSpPr/>
            <p:nvPr/>
          </p:nvSpPr>
          <p:spPr>
            <a:xfrm>
              <a:off x="7494588" y="5664200"/>
              <a:ext cx="100013" cy="209550"/>
            </a:xfrm>
            <a:custGeom>
              <a:rect b="b" l="l" r="r" t="t"/>
              <a:pathLst>
                <a:path extrusionOk="0" h="53" w="25">
                  <a:moveTo>
                    <a:pt x="0" y="0"/>
                  </a:moveTo>
                  <a:cubicBezTo>
                    <a:pt x="5" y="18"/>
                    <a:pt x="12" y="36"/>
                    <a:pt x="19" y="53"/>
                  </a:cubicBezTo>
                  <a:cubicBezTo>
                    <a:pt x="25" y="53"/>
                    <a:pt x="25" y="53"/>
                    <a:pt x="25" y="53"/>
                  </a:cubicBezTo>
                  <a:cubicBezTo>
                    <a:pt x="16" y="36"/>
                    <a:pt x="8" y="18"/>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5"/>
            <p:cNvSpPr/>
            <p:nvPr/>
          </p:nvSpPr>
          <p:spPr>
            <a:xfrm>
              <a:off x="7412038" y="5081588"/>
              <a:ext cx="114300" cy="558800"/>
            </a:xfrm>
            <a:custGeom>
              <a:rect b="b" l="l" r="r" t="t"/>
              <a:pathLst>
                <a:path extrusionOk="0" h="141" w="29">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15"/>
            <p:cNvSpPr/>
            <p:nvPr/>
          </p:nvSpPr>
          <p:spPr>
            <a:xfrm>
              <a:off x="7412038" y="4978400"/>
              <a:ext cx="31750" cy="188913"/>
            </a:xfrm>
            <a:custGeom>
              <a:rect b="b" l="l" r="r" t="t"/>
              <a:pathLst>
                <a:path extrusionOk="0" h="48" w="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15"/>
            <p:cNvSpPr/>
            <p:nvPr/>
          </p:nvSpPr>
          <p:spPr>
            <a:xfrm>
              <a:off x="7439026" y="5434013"/>
              <a:ext cx="174625" cy="439738"/>
            </a:xfrm>
            <a:custGeom>
              <a:rect b="b" l="l" r="r" t="t"/>
              <a:pathLst>
                <a:path extrusionOk="0" h="111" w="44">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 name="Google Shape;32;p15"/>
          <p:cNvSpPr/>
          <p:nvPr/>
        </p:nvSpPr>
        <p:spPr>
          <a:xfrm>
            <a:off x="0" y="0"/>
            <a:ext cx="18288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15"/>
          <p:cNvSpPr txBox="1"/>
          <p:nvPr>
            <p:ph type="title"/>
          </p:nvPr>
        </p:nvSpPr>
        <p:spPr>
          <a:xfrm>
            <a:off x="2592924" y="624110"/>
            <a:ext cx="8911687" cy="128089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rgbClr val="168DBA"/>
              </a:buClr>
              <a:buSzPts val="3600"/>
              <a:buFont typeface="Century Gothic"/>
              <a:buNone/>
              <a:defRPr b="0" i="0" sz="3600" u="none" cap="none" strike="noStrike">
                <a:solidFill>
                  <a:srgbClr val="168DBA"/>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34" name="Google Shape;34;p15"/>
          <p:cNvSpPr txBox="1"/>
          <p:nvPr>
            <p:ph idx="1" type="body"/>
          </p:nvPr>
        </p:nvSpPr>
        <p:spPr>
          <a:xfrm>
            <a:off x="2589212" y="2133600"/>
            <a:ext cx="8915400" cy="3886200"/>
          </a:xfrm>
          <a:prstGeom prst="rect">
            <a:avLst/>
          </a:prstGeom>
          <a:noFill/>
          <a:ln>
            <a:noFill/>
          </a:ln>
        </p:spPr>
        <p:txBody>
          <a:bodyPr anchorCtr="0" anchor="t" bIns="45700" lIns="91425" spcFirstLastPara="1" rIns="91425" wrap="square" tIns="45700">
            <a:normAutofit/>
          </a:bodyPr>
          <a:lstStyle>
            <a:lvl1pPr indent="-342900" lvl="0" marL="457200" marR="0" rtl="0" algn="l">
              <a:spcBef>
                <a:spcPts val="1000"/>
              </a:spcBef>
              <a:spcAft>
                <a:spcPts val="0"/>
              </a:spcAft>
              <a:buClr>
                <a:schemeClr val="accent1"/>
              </a:buClr>
              <a:buSzPts val="1800"/>
              <a:buFont typeface="Noto Sans Symbols"/>
              <a:buChar char="🠶"/>
              <a:defRPr b="0" i="0" sz="1800" u="none" cap="none" strike="noStrike">
                <a:solidFill>
                  <a:srgbClr val="3F3F3F"/>
                </a:solidFill>
                <a:latin typeface="Century Gothic"/>
                <a:ea typeface="Century Gothic"/>
                <a:cs typeface="Century Gothic"/>
                <a:sym typeface="Century Gothic"/>
              </a:defRPr>
            </a:lvl1pPr>
            <a:lvl2pPr indent="-330200" lvl="1" marL="914400" marR="0" rtl="0" algn="l">
              <a:spcBef>
                <a:spcPts val="1000"/>
              </a:spcBef>
              <a:spcAft>
                <a:spcPts val="0"/>
              </a:spcAft>
              <a:buClr>
                <a:schemeClr val="accent1"/>
              </a:buClr>
              <a:buSzPts val="1600"/>
              <a:buFont typeface="Noto Sans Symbols"/>
              <a:buChar char="🠶"/>
              <a:defRPr b="0" i="0" sz="1600" u="none" cap="none" strike="noStrike">
                <a:solidFill>
                  <a:srgbClr val="3F3F3F"/>
                </a:solidFill>
                <a:latin typeface="Century Gothic"/>
                <a:ea typeface="Century Gothic"/>
                <a:cs typeface="Century Gothic"/>
                <a:sym typeface="Century Gothic"/>
              </a:defRPr>
            </a:lvl2pPr>
            <a:lvl3pPr indent="-317500" lvl="2" marL="1371600" marR="0" rtl="0" algn="l">
              <a:spcBef>
                <a:spcPts val="1000"/>
              </a:spcBef>
              <a:spcAft>
                <a:spcPts val="0"/>
              </a:spcAft>
              <a:buClr>
                <a:schemeClr val="accent1"/>
              </a:buClr>
              <a:buSzPts val="1400"/>
              <a:buFont typeface="Noto Sans Symbols"/>
              <a:buChar char="🠶"/>
              <a:defRPr b="0" i="0" sz="1400" u="none" cap="none" strike="noStrike">
                <a:solidFill>
                  <a:srgbClr val="3F3F3F"/>
                </a:solidFill>
                <a:latin typeface="Century Gothic"/>
                <a:ea typeface="Century Gothic"/>
                <a:cs typeface="Century Gothic"/>
                <a:sym typeface="Century Gothic"/>
              </a:defRPr>
            </a:lvl3pPr>
            <a:lvl4pPr indent="-304800" lvl="3" marL="1828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4pPr>
            <a:lvl5pPr indent="-304800" lvl="4" marL="22860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5pPr>
            <a:lvl6pPr indent="-304800" lvl="5" marL="27432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6pPr>
            <a:lvl7pPr indent="-304800" lvl="6" marL="32004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7pPr>
            <a:lvl8pPr indent="-304800" lvl="7" marL="36576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8pPr>
            <a:lvl9pPr indent="-304800" lvl="8" marL="4114800" marR="0" rtl="0" algn="l">
              <a:spcBef>
                <a:spcPts val="1000"/>
              </a:spcBef>
              <a:spcAft>
                <a:spcPts val="0"/>
              </a:spcAft>
              <a:buClr>
                <a:schemeClr val="accent1"/>
              </a:buClr>
              <a:buSzPts val="1200"/>
              <a:buFont typeface="Noto Sans Symbols"/>
              <a:buChar char="🠶"/>
              <a:defRPr b="0" i="0" sz="1200" u="none" cap="none" strike="noStrike">
                <a:solidFill>
                  <a:srgbClr val="3F3F3F"/>
                </a:solidFill>
                <a:latin typeface="Century Gothic"/>
                <a:ea typeface="Century Gothic"/>
                <a:cs typeface="Century Gothic"/>
                <a:sym typeface="Century Gothic"/>
              </a:defRPr>
            </a:lvl9pPr>
          </a:lstStyle>
          <a:p/>
        </p:txBody>
      </p:sp>
      <p:sp>
        <p:nvSpPr>
          <p:cNvPr id="35" name="Google Shape;35;p15"/>
          <p:cNvSpPr txBox="1"/>
          <p:nvPr>
            <p:ph idx="10" type="dt"/>
          </p:nvPr>
        </p:nvSpPr>
        <p:spPr>
          <a:xfrm>
            <a:off x="10361612" y="6130437"/>
            <a:ext cx="1146283" cy="370396"/>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6" name="Google Shape;36;p15"/>
          <p:cNvSpPr txBox="1"/>
          <p:nvPr>
            <p:ph idx="11" type="ftr"/>
          </p:nvPr>
        </p:nvSpPr>
        <p:spPr>
          <a:xfrm>
            <a:off x="2589212" y="6135808"/>
            <a:ext cx="7619999"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entury Gothic"/>
                <a:ea typeface="Century Gothic"/>
                <a:cs typeface="Century Gothic"/>
                <a:sym typeface="Century Gothic"/>
              </a:defRPr>
            </a:lvl1pPr>
            <a:lvl2pPr lvl="1"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2pPr>
            <a:lvl3pPr lvl="2"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3pPr>
            <a:lvl4pPr lvl="3"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4pPr>
            <a:lvl5pPr lvl="4"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5pPr>
            <a:lvl6pPr lvl="5"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6pPr>
            <a:lvl7pPr lvl="6"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7pPr>
            <a:lvl8pPr lvl="7"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8pPr>
            <a:lvl9pPr lvl="8" marR="0" rtl="0" algn="l">
              <a:spcBef>
                <a:spcPts val="0"/>
              </a:spcBef>
              <a:spcAft>
                <a:spcPts val="0"/>
              </a:spcAft>
              <a:buSzPts val="1400"/>
              <a:buNone/>
              <a:defRPr b="0" i="0" sz="1800" u="none" cap="none" strike="noStrike">
                <a:solidFill>
                  <a:schemeClr val="dk1"/>
                </a:solidFill>
                <a:latin typeface="Century Gothic"/>
                <a:ea typeface="Century Gothic"/>
                <a:cs typeface="Century Gothic"/>
                <a:sym typeface="Century Gothic"/>
              </a:defRPr>
            </a:lvl9pPr>
          </a:lstStyle>
          <a:p/>
        </p:txBody>
      </p:sp>
      <p:sp>
        <p:nvSpPr>
          <p:cNvPr id="37" name="Google Shape;37;p15"/>
          <p:cNvSpPr txBox="1"/>
          <p:nvPr>
            <p:ph idx="12" type="sldNum"/>
          </p:nvPr>
        </p:nvSpPr>
        <p:spPr>
          <a:xfrm>
            <a:off x="531812" y="787782"/>
            <a:ext cx="779767"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2000" u="none" cap="none" strike="noStrike">
                <a:solidFill>
                  <a:srgbClr val="FEFFFF"/>
                </a:solidFill>
                <a:latin typeface="Century Gothic"/>
                <a:ea typeface="Century Gothic"/>
                <a:cs typeface="Century Gothic"/>
                <a:sym typeface="Century Gothic"/>
              </a:defRPr>
            </a:lvl1pPr>
            <a:lvl2pPr indent="0" lvl="1" marL="0" marR="0" rtl="0" algn="r">
              <a:spcBef>
                <a:spcPts val="0"/>
              </a:spcBef>
              <a:buNone/>
              <a:defRPr b="0" i="0" sz="2000" u="none" cap="none" strike="noStrike">
                <a:solidFill>
                  <a:srgbClr val="FEFFFF"/>
                </a:solidFill>
                <a:latin typeface="Century Gothic"/>
                <a:ea typeface="Century Gothic"/>
                <a:cs typeface="Century Gothic"/>
                <a:sym typeface="Century Gothic"/>
              </a:defRPr>
            </a:lvl2pPr>
            <a:lvl3pPr indent="0" lvl="2" marL="0" marR="0" rtl="0" algn="r">
              <a:spcBef>
                <a:spcPts val="0"/>
              </a:spcBef>
              <a:buNone/>
              <a:defRPr b="0" i="0" sz="2000" u="none" cap="none" strike="noStrike">
                <a:solidFill>
                  <a:srgbClr val="FEFFFF"/>
                </a:solidFill>
                <a:latin typeface="Century Gothic"/>
                <a:ea typeface="Century Gothic"/>
                <a:cs typeface="Century Gothic"/>
                <a:sym typeface="Century Gothic"/>
              </a:defRPr>
            </a:lvl3pPr>
            <a:lvl4pPr indent="0" lvl="3" marL="0" marR="0" rtl="0" algn="r">
              <a:spcBef>
                <a:spcPts val="0"/>
              </a:spcBef>
              <a:buNone/>
              <a:defRPr b="0" i="0" sz="2000" u="none" cap="none" strike="noStrike">
                <a:solidFill>
                  <a:srgbClr val="FEFFFF"/>
                </a:solidFill>
                <a:latin typeface="Century Gothic"/>
                <a:ea typeface="Century Gothic"/>
                <a:cs typeface="Century Gothic"/>
                <a:sym typeface="Century Gothic"/>
              </a:defRPr>
            </a:lvl4pPr>
            <a:lvl5pPr indent="0" lvl="4" marL="0" marR="0" rtl="0" algn="r">
              <a:spcBef>
                <a:spcPts val="0"/>
              </a:spcBef>
              <a:buNone/>
              <a:defRPr b="0" i="0" sz="2000" u="none" cap="none" strike="noStrike">
                <a:solidFill>
                  <a:srgbClr val="FEFFFF"/>
                </a:solidFill>
                <a:latin typeface="Century Gothic"/>
                <a:ea typeface="Century Gothic"/>
                <a:cs typeface="Century Gothic"/>
                <a:sym typeface="Century Gothic"/>
              </a:defRPr>
            </a:lvl5pPr>
            <a:lvl6pPr indent="0" lvl="5" marL="0" marR="0" rtl="0" algn="r">
              <a:spcBef>
                <a:spcPts val="0"/>
              </a:spcBef>
              <a:buNone/>
              <a:defRPr b="0" i="0" sz="2000" u="none" cap="none" strike="noStrike">
                <a:solidFill>
                  <a:srgbClr val="FEFFFF"/>
                </a:solidFill>
                <a:latin typeface="Century Gothic"/>
                <a:ea typeface="Century Gothic"/>
                <a:cs typeface="Century Gothic"/>
                <a:sym typeface="Century Gothic"/>
              </a:defRPr>
            </a:lvl6pPr>
            <a:lvl7pPr indent="0" lvl="6" marL="0" marR="0" rtl="0" algn="r">
              <a:spcBef>
                <a:spcPts val="0"/>
              </a:spcBef>
              <a:buNone/>
              <a:defRPr b="0" i="0" sz="2000" u="none" cap="none" strike="noStrike">
                <a:solidFill>
                  <a:srgbClr val="FEFFFF"/>
                </a:solidFill>
                <a:latin typeface="Century Gothic"/>
                <a:ea typeface="Century Gothic"/>
                <a:cs typeface="Century Gothic"/>
                <a:sym typeface="Century Gothic"/>
              </a:defRPr>
            </a:lvl7pPr>
            <a:lvl8pPr indent="0" lvl="7" marL="0" marR="0" rtl="0" algn="r">
              <a:spcBef>
                <a:spcPts val="0"/>
              </a:spcBef>
              <a:buNone/>
              <a:defRPr b="0" i="0" sz="2000" u="none" cap="none" strike="noStrike">
                <a:solidFill>
                  <a:srgbClr val="FEFFFF"/>
                </a:solidFill>
                <a:latin typeface="Century Gothic"/>
                <a:ea typeface="Century Gothic"/>
                <a:cs typeface="Century Gothic"/>
                <a:sym typeface="Century Gothic"/>
              </a:defRPr>
            </a:lvl8pPr>
            <a:lvl9pPr indent="0" lvl="8" marL="0" marR="0" rtl="0" algn="r">
              <a:spcBef>
                <a:spcPts val="0"/>
              </a:spcBef>
              <a:buNone/>
              <a:defRPr b="0" i="0" sz="2000" u="none" cap="none" strike="noStrike">
                <a:solidFill>
                  <a:srgbClr val="FEFFFF"/>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hyperlink" Target="http://jmeter.apache.org/download_jmeter.cgi"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2707774e679_0_0"/>
          <p:cNvSpPr txBox="1"/>
          <p:nvPr>
            <p:ph type="ctrTitle"/>
          </p:nvPr>
        </p:nvSpPr>
        <p:spPr>
          <a:xfrm>
            <a:off x="1946288" y="644250"/>
            <a:ext cx="8915400" cy="2262900"/>
          </a:xfrm>
          <a:prstGeom prst="rect">
            <a:avLst/>
          </a:prstGeom>
        </p:spPr>
        <p:txBody>
          <a:bodyPr anchorCtr="0" anchor="b"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b="1" lang="en-US" sz="3700">
                <a:solidFill>
                  <a:schemeClr val="dk1"/>
                </a:solidFill>
                <a:latin typeface="Corbel"/>
                <a:ea typeface="Corbel"/>
                <a:cs typeface="Corbel"/>
                <a:sym typeface="Corbel"/>
              </a:rPr>
              <a:t>Software Quality Assurance</a:t>
            </a:r>
            <a:endParaRPr b="1" sz="3700">
              <a:solidFill>
                <a:schemeClr val="dk1"/>
              </a:solidFill>
              <a:latin typeface="Corbel"/>
              <a:ea typeface="Corbel"/>
              <a:cs typeface="Corbel"/>
              <a:sym typeface="Corbel"/>
            </a:endParaRPr>
          </a:p>
          <a:p>
            <a:pPr indent="0" lvl="0" marL="0" rtl="0" algn="ctr">
              <a:spcBef>
                <a:spcPts val="0"/>
              </a:spcBef>
              <a:spcAft>
                <a:spcPts val="0"/>
              </a:spcAft>
              <a:buClr>
                <a:schemeClr val="dk1"/>
              </a:buClr>
              <a:buSzPts val="1100"/>
              <a:buFont typeface="Arial"/>
              <a:buNone/>
            </a:pPr>
            <a:r>
              <a:rPr b="1" lang="en-US" sz="3700">
                <a:solidFill>
                  <a:schemeClr val="dk1"/>
                </a:solidFill>
                <a:latin typeface="Corbel"/>
                <a:ea typeface="Corbel"/>
                <a:cs typeface="Corbel"/>
                <a:sym typeface="Corbel"/>
              </a:rPr>
              <a:t>HNDIT-4022</a:t>
            </a:r>
            <a:endParaRPr sz="1400">
              <a:solidFill>
                <a:schemeClr val="dk1"/>
              </a:solidFill>
              <a:latin typeface="Arial"/>
              <a:ea typeface="Arial"/>
              <a:cs typeface="Arial"/>
              <a:sym typeface="Arial"/>
            </a:endParaRPr>
          </a:p>
          <a:p>
            <a:pPr indent="0" lvl="0" marL="0" rtl="0" algn="l">
              <a:spcBef>
                <a:spcPts val="0"/>
              </a:spcBef>
              <a:spcAft>
                <a:spcPts val="0"/>
              </a:spcAft>
              <a:buNone/>
            </a:pPr>
            <a:r>
              <a:t/>
            </a:r>
            <a:endParaRPr/>
          </a:p>
        </p:txBody>
      </p:sp>
      <p:sp>
        <p:nvSpPr>
          <p:cNvPr id="165" name="Google Shape;165;g2707774e679_0_0"/>
          <p:cNvSpPr txBox="1"/>
          <p:nvPr>
            <p:ph idx="1" type="subTitle"/>
          </p:nvPr>
        </p:nvSpPr>
        <p:spPr>
          <a:xfrm>
            <a:off x="2296963" y="3160304"/>
            <a:ext cx="8915400" cy="1126200"/>
          </a:xfrm>
          <a:prstGeom prst="rect">
            <a:avLst/>
          </a:prstGeom>
        </p:spPr>
        <p:txBody>
          <a:bodyPr anchorCtr="0" anchor="t" bIns="45700" lIns="91425" spcFirstLastPara="1" rIns="91425" wrap="square" tIns="45700">
            <a:normAutofit fontScale="62500"/>
          </a:bodyPr>
          <a:lstStyle/>
          <a:p>
            <a:pPr indent="0" lvl="0" marL="0" rtl="0" algn="l">
              <a:spcBef>
                <a:spcPts val="0"/>
              </a:spcBef>
              <a:spcAft>
                <a:spcPts val="0"/>
              </a:spcAft>
              <a:buClr>
                <a:srgbClr val="168DBA"/>
              </a:buClr>
              <a:buSzPct val="100000"/>
              <a:buFont typeface="Century Gothic"/>
              <a:buNone/>
            </a:pPr>
            <a:r>
              <a:rPr b="1" lang="en-US" sz="5400">
                <a:solidFill>
                  <a:srgbClr val="168DBA"/>
                </a:solidFill>
              </a:rPr>
              <a:t>Performance testing and reporting with - </a:t>
            </a:r>
            <a:br>
              <a:rPr b="1" lang="en-US" sz="5400">
                <a:solidFill>
                  <a:srgbClr val="168DBA"/>
                </a:solidFill>
              </a:rPr>
            </a:br>
            <a:r>
              <a:rPr b="1" lang="en-US" sz="5400">
                <a:solidFill>
                  <a:srgbClr val="168DBA"/>
                </a:solidFill>
              </a:rPr>
              <a:t>								Apache JMeter</a:t>
            </a:r>
            <a:endParaRPr/>
          </a:p>
        </p:txBody>
      </p:sp>
      <p:pic>
        <p:nvPicPr>
          <p:cNvPr id="166" name="Google Shape;166;g2707774e679_0_0"/>
          <p:cNvPicPr preferRelativeResize="0"/>
          <p:nvPr/>
        </p:nvPicPr>
        <p:blipFill rotWithShape="1">
          <a:blip r:embed="rId3">
            <a:alphaModFix/>
          </a:blip>
          <a:srcRect b="0" l="0" r="0" t="0"/>
          <a:stretch/>
        </p:blipFill>
        <p:spPr>
          <a:xfrm>
            <a:off x="7633112" y="4539654"/>
            <a:ext cx="3676650" cy="1247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Agenda</a:t>
            </a:r>
            <a:endParaRPr/>
          </a:p>
        </p:txBody>
      </p:sp>
      <p:sp>
        <p:nvSpPr>
          <p:cNvPr id="172" name="Google Shape;172;p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lnSpcReduction="10000"/>
          </a:bodyPr>
          <a:lstStyle/>
          <a:p>
            <a:pPr indent="-342900" lvl="0" marL="342900" rtl="0" algn="l">
              <a:spcBef>
                <a:spcPts val="0"/>
              </a:spcBef>
              <a:spcAft>
                <a:spcPts val="0"/>
              </a:spcAft>
              <a:buSzPts val="1800"/>
              <a:buChar char="🠶"/>
            </a:pPr>
            <a:r>
              <a:rPr lang="en-US"/>
              <a:t>Introduction </a:t>
            </a:r>
            <a:endParaRPr/>
          </a:p>
          <a:p>
            <a:pPr indent="-342900" lvl="0" marL="342900" rtl="0" algn="l">
              <a:spcBef>
                <a:spcPts val="1000"/>
              </a:spcBef>
              <a:spcAft>
                <a:spcPts val="0"/>
              </a:spcAft>
              <a:buSzPts val="1800"/>
              <a:buChar char="🠶"/>
            </a:pPr>
            <a:r>
              <a:rPr lang="en-US"/>
              <a:t>History</a:t>
            </a:r>
            <a:endParaRPr/>
          </a:p>
          <a:p>
            <a:pPr indent="-342900" lvl="0" marL="342900" rtl="0" algn="l">
              <a:spcBef>
                <a:spcPts val="1000"/>
              </a:spcBef>
              <a:spcAft>
                <a:spcPts val="0"/>
              </a:spcAft>
              <a:buSzPts val="1800"/>
              <a:buChar char="🠶"/>
            </a:pPr>
            <a:r>
              <a:rPr lang="en-US"/>
              <a:t>Protocols</a:t>
            </a:r>
            <a:endParaRPr/>
          </a:p>
          <a:p>
            <a:pPr indent="-342900" lvl="0" marL="342900" rtl="0" algn="l">
              <a:spcBef>
                <a:spcPts val="1000"/>
              </a:spcBef>
              <a:spcAft>
                <a:spcPts val="0"/>
              </a:spcAft>
              <a:buSzPts val="1800"/>
              <a:buChar char="🠶"/>
            </a:pPr>
            <a:r>
              <a:rPr lang="en-US"/>
              <a:t>Features</a:t>
            </a:r>
            <a:endParaRPr/>
          </a:p>
          <a:p>
            <a:pPr indent="-342900" lvl="0" marL="342900" rtl="0" algn="l">
              <a:spcBef>
                <a:spcPts val="1000"/>
              </a:spcBef>
              <a:spcAft>
                <a:spcPts val="0"/>
              </a:spcAft>
              <a:buSzPts val="1800"/>
              <a:buChar char="🠶"/>
            </a:pPr>
            <a:r>
              <a:rPr lang="en-US"/>
              <a:t>How it works?</a:t>
            </a:r>
            <a:endParaRPr/>
          </a:p>
          <a:p>
            <a:pPr indent="-342900" lvl="0" marL="342900" rtl="0" algn="l">
              <a:spcBef>
                <a:spcPts val="1000"/>
              </a:spcBef>
              <a:spcAft>
                <a:spcPts val="0"/>
              </a:spcAft>
              <a:buSzPts val="1800"/>
              <a:buChar char="🠶"/>
            </a:pPr>
            <a:r>
              <a:rPr lang="en-US"/>
              <a:t>Installation</a:t>
            </a:r>
            <a:endParaRPr/>
          </a:p>
          <a:p>
            <a:pPr indent="-342900" lvl="0" marL="342900" rtl="0" algn="l">
              <a:spcBef>
                <a:spcPts val="1000"/>
              </a:spcBef>
              <a:spcAft>
                <a:spcPts val="0"/>
              </a:spcAft>
              <a:buSzPts val="1800"/>
              <a:buChar char="🠶"/>
            </a:pPr>
            <a:r>
              <a:rPr lang="en-US"/>
              <a:t>Thread Group</a:t>
            </a:r>
            <a:endParaRPr/>
          </a:p>
          <a:p>
            <a:pPr indent="-342900" lvl="0" marL="342900" rtl="0" algn="l">
              <a:spcBef>
                <a:spcPts val="1000"/>
              </a:spcBef>
              <a:spcAft>
                <a:spcPts val="0"/>
              </a:spcAft>
              <a:buSzPts val="1800"/>
              <a:buChar char="🠶"/>
            </a:pPr>
            <a:r>
              <a:rPr lang="en-US"/>
              <a:t>Controller</a:t>
            </a:r>
            <a:endParaRPr/>
          </a:p>
          <a:p>
            <a:pPr indent="-342900" lvl="0" marL="342900" rtl="0" algn="l">
              <a:spcBef>
                <a:spcPts val="1000"/>
              </a:spcBef>
              <a:spcAft>
                <a:spcPts val="0"/>
              </a:spcAft>
              <a:buSzPts val="1800"/>
              <a:buChar char="🠶"/>
            </a:pPr>
            <a:r>
              <a:rPr lang="en-US"/>
              <a:t>Execution Order</a:t>
            </a:r>
            <a:endParaRPr/>
          </a:p>
          <a:p>
            <a:pPr indent="-342900" lvl="0" marL="342900" rtl="0" algn="l">
              <a:spcBef>
                <a:spcPts val="1000"/>
              </a:spcBef>
              <a:spcAft>
                <a:spcPts val="0"/>
              </a:spcAft>
              <a:buSzPts val="1800"/>
              <a:buChar char="🠶"/>
            </a:pPr>
            <a:r>
              <a:rPr lang="en-US"/>
              <a:t>Demo</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Introduction </a:t>
            </a:r>
            <a:endParaRPr/>
          </a:p>
        </p:txBody>
      </p:sp>
      <p:sp>
        <p:nvSpPr>
          <p:cNvPr id="178" name="Google Shape;178;p3"/>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lang="en-US"/>
              <a:t>JMeter is a software that can perform load test, performance test, regression test ,stress test etc.. On the different protocols and the technology, </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JMeter is an Open Source testing software. </a:t>
            </a:r>
            <a:endParaRPr/>
          </a:p>
          <a:p>
            <a:pPr indent="-342900" lvl="0" marL="342900" rtl="0" algn="l">
              <a:spcBef>
                <a:spcPts val="1000"/>
              </a:spcBef>
              <a:spcAft>
                <a:spcPts val="0"/>
              </a:spcAft>
              <a:buSzPts val="1800"/>
              <a:buChar char="🠶"/>
            </a:pPr>
            <a:r>
              <a:rPr lang="en-US"/>
              <a:t>It is 100% pure Java application for load and performance testing. </a:t>
            </a:r>
            <a:endParaRPr/>
          </a:p>
          <a:p>
            <a:pPr indent="-342900" lvl="0" marL="342900" rtl="0" algn="l">
              <a:spcBef>
                <a:spcPts val="1000"/>
              </a:spcBef>
              <a:spcAft>
                <a:spcPts val="0"/>
              </a:spcAft>
              <a:buSzPts val="1800"/>
              <a:buChar char="🠶"/>
            </a:pPr>
            <a:r>
              <a:rPr lang="en-US"/>
              <a:t>JMeter is designed to cover categories of tests like load, functional, performance, regression, etc.</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4"/>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History</a:t>
            </a:r>
            <a:endParaRPr/>
          </a:p>
        </p:txBody>
      </p:sp>
      <p:sp>
        <p:nvSpPr>
          <p:cNvPr id="184" name="Google Shape;184;p4"/>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b="1" lang="en-US"/>
              <a:t>Stefano Mazzocchi </a:t>
            </a:r>
            <a:r>
              <a:rPr lang="en-US"/>
              <a:t>of the Apache Software Foundation was the original developer of JMeter. He wrote it primarily to test the performance of Apache JServ (now called as Apache Tomcat project). Apache later redesigned JMeter to enhance the GUI and to add functional testing capabilities.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5"/>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Protocols</a:t>
            </a:r>
            <a:endParaRPr/>
          </a:p>
        </p:txBody>
      </p:sp>
      <p:sp>
        <p:nvSpPr>
          <p:cNvPr id="190" name="Google Shape;190;p5"/>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100000"/>
              <a:buNone/>
            </a:pPr>
            <a:r>
              <a:rPr lang="en-US"/>
              <a:t>The following protocols are supported by JMeter,</a:t>
            </a:r>
            <a:endParaRPr/>
          </a:p>
          <a:p>
            <a:pPr indent="0" lvl="0" marL="0" rtl="0" algn="l">
              <a:spcBef>
                <a:spcPts val="1000"/>
              </a:spcBef>
              <a:spcAft>
                <a:spcPts val="0"/>
              </a:spcAft>
              <a:buSzPct val="100000"/>
              <a:buNone/>
            </a:pPr>
            <a:r>
              <a:t/>
            </a:r>
            <a:endParaRPr/>
          </a:p>
          <a:p>
            <a:pPr indent="-342900" lvl="0" marL="342900" rtl="0" algn="l">
              <a:spcBef>
                <a:spcPts val="1000"/>
              </a:spcBef>
              <a:spcAft>
                <a:spcPts val="0"/>
              </a:spcAft>
              <a:buSzPct val="100000"/>
              <a:buChar char="🠶"/>
            </a:pPr>
            <a:r>
              <a:rPr lang="en-US"/>
              <a:t>Web - HTTP, HTTPS </a:t>
            </a:r>
            <a:endParaRPr/>
          </a:p>
          <a:p>
            <a:pPr indent="-342900" lvl="0" marL="342900" rtl="0" algn="l">
              <a:spcBef>
                <a:spcPts val="1000"/>
              </a:spcBef>
              <a:spcAft>
                <a:spcPts val="0"/>
              </a:spcAft>
              <a:buSzPct val="100000"/>
              <a:buChar char="🠶"/>
            </a:pPr>
            <a:r>
              <a:rPr lang="en-US"/>
              <a:t>Web services - SOAP / REST </a:t>
            </a:r>
            <a:endParaRPr/>
          </a:p>
          <a:p>
            <a:pPr indent="-342900" lvl="0" marL="342900" rtl="0" algn="l">
              <a:spcBef>
                <a:spcPts val="1000"/>
              </a:spcBef>
              <a:spcAft>
                <a:spcPts val="0"/>
              </a:spcAft>
              <a:buSzPct val="100000"/>
              <a:buChar char="🠶"/>
            </a:pPr>
            <a:r>
              <a:rPr lang="en-US"/>
              <a:t>FTP services</a:t>
            </a:r>
            <a:endParaRPr/>
          </a:p>
          <a:p>
            <a:pPr indent="-342900" lvl="0" marL="342900" rtl="0" algn="l">
              <a:spcBef>
                <a:spcPts val="1000"/>
              </a:spcBef>
              <a:spcAft>
                <a:spcPts val="0"/>
              </a:spcAft>
              <a:buSzPct val="100000"/>
              <a:buChar char="🠶"/>
            </a:pPr>
            <a:r>
              <a:rPr lang="en-US"/>
              <a:t>Database via JDBC drivers</a:t>
            </a:r>
            <a:endParaRPr/>
          </a:p>
          <a:p>
            <a:pPr indent="-342900" lvl="0" marL="342900" rtl="0" algn="l">
              <a:spcBef>
                <a:spcPts val="1000"/>
              </a:spcBef>
              <a:spcAft>
                <a:spcPts val="0"/>
              </a:spcAft>
              <a:buSzPct val="100000"/>
              <a:buChar char="🠶"/>
            </a:pPr>
            <a:r>
              <a:rPr lang="en-US"/>
              <a:t>Directory - LDAP </a:t>
            </a:r>
            <a:endParaRPr/>
          </a:p>
          <a:p>
            <a:pPr indent="-342900" lvl="0" marL="342900" rtl="0" algn="l">
              <a:spcBef>
                <a:spcPts val="1000"/>
              </a:spcBef>
              <a:spcAft>
                <a:spcPts val="0"/>
              </a:spcAft>
              <a:buSzPct val="100000"/>
              <a:buChar char="🠶"/>
            </a:pPr>
            <a:r>
              <a:rPr lang="en-US"/>
              <a:t>Message-oriented middleware (MOM) via JMS </a:t>
            </a:r>
            <a:endParaRPr/>
          </a:p>
          <a:p>
            <a:pPr indent="-342900" lvl="0" marL="342900" rtl="0" algn="l">
              <a:spcBef>
                <a:spcPts val="1000"/>
              </a:spcBef>
              <a:spcAft>
                <a:spcPts val="0"/>
              </a:spcAft>
              <a:buSzPct val="100000"/>
              <a:buChar char="🠶"/>
            </a:pPr>
            <a:r>
              <a:rPr lang="en-US"/>
              <a:t>Mail - SMTP(S), POP3(S) and IMAP(S) </a:t>
            </a:r>
            <a:endParaRPr/>
          </a:p>
          <a:p>
            <a:pPr indent="-342900" lvl="0" marL="342900" rtl="0" algn="l">
              <a:spcBef>
                <a:spcPts val="1000"/>
              </a:spcBef>
              <a:spcAft>
                <a:spcPts val="0"/>
              </a:spcAft>
              <a:buSzPct val="100000"/>
              <a:buChar char="🠶"/>
            </a:pPr>
            <a:r>
              <a:rPr lang="en-US"/>
              <a:t>Native commands or shell scripts </a:t>
            </a:r>
            <a:endParaRPr/>
          </a:p>
          <a:p>
            <a:pPr indent="-342900" lvl="0" marL="342900" rtl="0" algn="l">
              <a:spcBef>
                <a:spcPts val="1000"/>
              </a:spcBef>
              <a:spcAft>
                <a:spcPts val="0"/>
              </a:spcAft>
              <a:buSzPct val="100000"/>
              <a:buChar char="🠶"/>
            </a:pPr>
            <a:r>
              <a:rPr lang="en-US"/>
              <a:t>TCP</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6"/>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Features</a:t>
            </a:r>
            <a:endParaRPr/>
          </a:p>
        </p:txBody>
      </p:sp>
      <p:sp>
        <p:nvSpPr>
          <p:cNvPr id="196" name="Google Shape;196;p6"/>
          <p:cNvSpPr txBox="1"/>
          <p:nvPr>
            <p:ph idx="1" type="body"/>
          </p:nvPr>
        </p:nvSpPr>
        <p:spPr>
          <a:xfrm>
            <a:off x="2589211" y="2133600"/>
            <a:ext cx="4528931" cy="3777622"/>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spcBef>
                <a:spcPts val="0"/>
              </a:spcBef>
              <a:spcAft>
                <a:spcPts val="0"/>
              </a:spcAft>
              <a:buSzPct val="100000"/>
              <a:buNone/>
            </a:pPr>
            <a:r>
              <a:t/>
            </a:r>
            <a:endParaRPr/>
          </a:p>
          <a:p>
            <a:pPr indent="-342900" lvl="0" marL="342900" rtl="0" algn="l">
              <a:spcBef>
                <a:spcPts val="1000"/>
              </a:spcBef>
              <a:spcAft>
                <a:spcPts val="0"/>
              </a:spcAft>
              <a:buSzPct val="100000"/>
              <a:buChar char="🠶"/>
            </a:pPr>
            <a:r>
              <a:rPr lang="en-US" sz="2400"/>
              <a:t>Multithreading Framework</a:t>
            </a:r>
            <a:endParaRPr/>
          </a:p>
          <a:p>
            <a:pPr indent="-342900" lvl="0" marL="342900" rtl="0" algn="l">
              <a:spcBef>
                <a:spcPts val="1000"/>
              </a:spcBef>
              <a:spcAft>
                <a:spcPts val="0"/>
              </a:spcAft>
              <a:buSzPct val="100000"/>
              <a:buChar char="🠶"/>
            </a:pPr>
            <a:r>
              <a:rPr lang="en-US" sz="2400"/>
              <a:t>Compatible with TCP</a:t>
            </a:r>
            <a:endParaRPr/>
          </a:p>
          <a:p>
            <a:pPr indent="-342900" lvl="0" marL="342900" rtl="0" algn="l">
              <a:spcBef>
                <a:spcPts val="1000"/>
              </a:spcBef>
              <a:spcAft>
                <a:spcPts val="0"/>
              </a:spcAft>
              <a:buSzPct val="100000"/>
              <a:buChar char="🠶"/>
            </a:pPr>
            <a:r>
              <a:rPr lang="en-US" sz="2400"/>
              <a:t>100% Java scripted</a:t>
            </a:r>
            <a:endParaRPr/>
          </a:p>
          <a:p>
            <a:pPr indent="-342900" lvl="0" marL="342900" rtl="0" algn="l">
              <a:spcBef>
                <a:spcPts val="1000"/>
              </a:spcBef>
              <a:spcAft>
                <a:spcPts val="0"/>
              </a:spcAft>
              <a:buSzPct val="100000"/>
              <a:buChar char="🠶"/>
            </a:pPr>
            <a:r>
              <a:rPr lang="en-US" sz="2400"/>
              <a:t>Compatible with LDAP</a:t>
            </a:r>
            <a:endParaRPr/>
          </a:p>
          <a:p>
            <a:pPr indent="-342900" lvl="0" marL="342900" rtl="0" algn="l">
              <a:spcBef>
                <a:spcPts val="1000"/>
              </a:spcBef>
              <a:spcAft>
                <a:spcPts val="0"/>
              </a:spcAft>
              <a:buSzPct val="100000"/>
              <a:buChar char="🠶"/>
            </a:pPr>
            <a:r>
              <a:rPr lang="en-US" sz="2400"/>
              <a:t>Data Analysis and Visualization</a:t>
            </a:r>
            <a:endParaRPr/>
          </a:p>
          <a:p>
            <a:pPr indent="-342900" lvl="0" marL="342900" rtl="0" algn="l">
              <a:spcBef>
                <a:spcPts val="1000"/>
              </a:spcBef>
              <a:spcAft>
                <a:spcPts val="0"/>
              </a:spcAft>
              <a:buSzPct val="100000"/>
              <a:buChar char="🠶"/>
            </a:pPr>
            <a:r>
              <a:rPr lang="en-US" sz="2400"/>
              <a:t>Pluggable Samplers</a:t>
            </a:r>
            <a:endParaRPr/>
          </a:p>
          <a:p>
            <a:pPr indent="-342900" lvl="0" marL="342900" rtl="0" algn="l">
              <a:spcBef>
                <a:spcPts val="1000"/>
              </a:spcBef>
              <a:spcAft>
                <a:spcPts val="0"/>
              </a:spcAft>
              <a:buSzPct val="100000"/>
              <a:buChar char="🠶"/>
            </a:pPr>
            <a:r>
              <a:rPr lang="en-US" sz="2400"/>
              <a:t>Compatible with Database via JDBC</a:t>
            </a:r>
            <a:endParaRPr/>
          </a:p>
          <a:p>
            <a:pPr indent="-342900" lvl="0" marL="342900" rtl="0" algn="l">
              <a:spcBef>
                <a:spcPts val="1000"/>
              </a:spcBef>
              <a:spcAft>
                <a:spcPts val="0"/>
              </a:spcAft>
              <a:buSzPct val="100000"/>
              <a:buChar char="🠶"/>
            </a:pPr>
            <a:r>
              <a:rPr lang="en-US" sz="2400"/>
              <a:t>GUI Design and Interface</a:t>
            </a:r>
            <a:endParaRPr/>
          </a:p>
          <a:p>
            <a:pPr indent="-342900" lvl="0" marL="342900" rtl="0" algn="l">
              <a:spcBef>
                <a:spcPts val="1000"/>
              </a:spcBef>
              <a:spcAft>
                <a:spcPts val="0"/>
              </a:spcAft>
              <a:buSzPct val="100000"/>
              <a:buChar char="🠶"/>
            </a:pPr>
            <a:r>
              <a:rPr lang="en-US" sz="2400"/>
              <a:t>Dynamic Input</a:t>
            </a:r>
            <a:endParaRPr/>
          </a:p>
          <a:p>
            <a:pPr indent="-342900" lvl="0" marL="342900" rtl="0" algn="l">
              <a:spcBef>
                <a:spcPts val="1000"/>
              </a:spcBef>
              <a:spcAft>
                <a:spcPts val="0"/>
              </a:spcAft>
              <a:buSzPct val="100000"/>
              <a:buChar char="🠶"/>
            </a:pPr>
            <a:r>
              <a:rPr lang="en-US" sz="2400"/>
              <a:t>Compatible with SOAP / REST</a:t>
            </a:r>
            <a:endParaRPr sz="2400"/>
          </a:p>
        </p:txBody>
      </p:sp>
      <p:sp>
        <p:nvSpPr>
          <p:cNvPr id="197" name="Google Shape;197;p6"/>
          <p:cNvSpPr txBox="1"/>
          <p:nvPr/>
        </p:nvSpPr>
        <p:spPr>
          <a:xfrm>
            <a:off x="7118143" y="2133600"/>
            <a:ext cx="4386469" cy="3777622"/>
          </a:xfrm>
          <a:prstGeom prst="rect">
            <a:avLst/>
          </a:prstGeom>
          <a:noFill/>
          <a:ln>
            <a:noFill/>
          </a:ln>
        </p:spPr>
        <p:txBody>
          <a:bodyPr anchorCtr="0" anchor="t" bIns="45700" lIns="91425" spcFirstLastPara="1" rIns="91425" wrap="square" tIns="45700">
            <a:normAutofit fontScale="92500" lnSpcReduction="20000"/>
          </a:bodyPr>
          <a:lstStyle/>
          <a:p>
            <a:pPr indent="-237172" lvl="0" marL="342900" marR="0" rtl="0" algn="l">
              <a:spcBef>
                <a:spcPts val="0"/>
              </a:spcBef>
              <a:spcAft>
                <a:spcPts val="0"/>
              </a:spcAft>
              <a:buClr>
                <a:schemeClr val="accent1"/>
              </a:buClr>
              <a:buSzPct val="100000"/>
              <a:buFont typeface="Noto Sans Symbols"/>
              <a:buNone/>
            </a:pPr>
            <a:r>
              <a:t/>
            </a:r>
            <a:endParaRPr b="0" i="0" sz="1800" u="none" cap="none" strike="noStrike">
              <a:solidFill>
                <a:srgbClr val="3F3F3F"/>
              </a:solidFill>
              <a:latin typeface="Century Gothic"/>
              <a:ea typeface="Century Gothic"/>
              <a:cs typeface="Century Gothic"/>
              <a:sym typeface="Century Gothic"/>
            </a:endParaRPr>
          </a:p>
          <a:p>
            <a:pPr indent="-342900" lvl="0" marL="342900" marR="0" rtl="0" algn="l">
              <a:spcBef>
                <a:spcPts val="1000"/>
              </a:spcBef>
              <a:spcAft>
                <a:spcPts val="0"/>
              </a:spcAft>
              <a:buClr>
                <a:schemeClr val="accent1"/>
              </a:buClr>
              <a:buSzPct val="100000"/>
              <a:buFont typeface="Noto Sans Symbols"/>
              <a:buChar char="🠶"/>
            </a:pPr>
            <a:r>
              <a:rPr b="0" i="0" lang="en-US" sz="1800" u="none" cap="none" strike="noStrike">
                <a:solidFill>
                  <a:srgbClr val="3F3F3F"/>
                </a:solidFill>
                <a:latin typeface="Century Gothic"/>
                <a:ea typeface="Century Gothic"/>
                <a:cs typeface="Century Gothic"/>
                <a:sym typeface="Century Gothic"/>
              </a:rPr>
              <a:t>Result Analysis and Caches</a:t>
            </a:r>
            <a:endParaRPr/>
          </a:p>
          <a:p>
            <a:pPr indent="-342900" lvl="0" marL="342900" marR="0" rtl="0" algn="l">
              <a:spcBef>
                <a:spcPts val="1000"/>
              </a:spcBef>
              <a:spcAft>
                <a:spcPts val="0"/>
              </a:spcAft>
              <a:buClr>
                <a:schemeClr val="accent1"/>
              </a:buClr>
              <a:buSzPct val="100000"/>
              <a:buFont typeface="Noto Sans Symbols"/>
              <a:buChar char="🠶"/>
            </a:pPr>
            <a:r>
              <a:rPr b="0" i="0" lang="en-US" sz="1800" u="none" cap="none" strike="noStrike">
                <a:solidFill>
                  <a:srgbClr val="3F3F3F"/>
                </a:solidFill>
                <a:latin typeface="Century Gothic"/>
                <a:ea typeface="Century Gothic"/>
                <a:cs typeface="Century Gothic"/>
                <a:sym typeface="Century Gothic"/>
              </a:rPr>
              <a:t>Compatible with Native Commands</a:t>
            </a:r>
            <a:endParaRPr/>
          </a:p>
          <a:p>
            <a:pPr indent="-342900" lvl="0" marL="342900" marR="0" rtl="0" algn="l">
              <a:spcBef>
                <a:spcPts val="1000"/>
              </a:spcBef>
              <a:spcAft>
                <a:spcPts val="0"/>
              </a:spcAft>
              <a:buClr>
                <a:schemeClr val="accent1"/>
              </a:buClr>
              <a:buSzPct val="100000"/>
              <a:buFont typeface="Noto Sans Symbols"/>
              <a:buChar char="🠶"/>
            </a:pPr>
            <a:r>
              <a:rPr b="0" i="0" lang="en-US" sz="1800" u="none" cap="none" strike="noStrike">
                <a:solidFill>
                  <a:srgbClr val="3F3F3F"/>
                </a:solidFill>
                <a:latin typeface="Century Gothic"/>
                <a:ea typeface="Century Gothic"/>
                <a:cs typeface="Century Gothic"/>
                <a:sym typeface="Century Gothic"/>
              </a:rPr>
              <a:t>Highly Extensible Core</a:t>
            </a:r>
            <a:endParaRPr/>
          </a:p>
          <a:p>
            <a:pPr indent="-342900" lvl="0" marL="342900" marR="0" rtl="0" algn="l">
              <a:spcBef>
                <a:spcPts val="1000"/>
              </a:spcBef>
              <a:spcAft>
                <a:spcPts val="0"/>
              </a:spcAft>
              <a:buClr>
                <a:schemeClr val="accent1"/>
              </a:buClr>
              <a:buSzPct val="100000"/>
              <a:buFont typeface="Noto Sans Symbols"/>
              <a:buChar char="🠶"/>
            </a:pPr>
            <a:r>
              <a:rPr b="0" i="0" lang="en-US" sz="1800" u="none" cap="none" strike="noStrike">
                <a:solidFill>
                  <a:srgbClr val="3F3F3F"/>
                </a:solidFill>
                <a:latin typeface="Century Gothic"/>
                <a:ea typeface="Century Gothic"/>
                <a:cs typeface="Century Gothic"/>
                <a:sym typeface="Century Gothic"/>
              </a:rPr>
              <a:t>Compatible with FTP</a:t>
            </a:r>
            <a:endParaRPr/>
          </a:p>
          <a:p>
            <a:pPr indent="-342900" lvl="0" marL="342900" marR="0" rtl="0" algn="l">
              <a:spcBef>
                <a:spcPts val="1000"/>
              </a:spcBef>
              <a:spcAft>
                <a:spcPts val="0"/>
              </a:spcAft>
              <a:buClr>
                <a:schemeClr val="accent1"/>
              </a:buClr>
              <a:buSzPct val="100000"/>
              <a:buFont typeface="Noto Sans Symbols"/>
              <a:buChar char="🠶"/>
            </a:pPr>
            <a:r>
              <a:rPr b="0" i="0" lang="en-US" sz="1800" u="none" cap="none" strike="noStrike">
                <a:solidFill>
                  <a:srgbClr val="3F3F3F"/>
                </a:solidFill>
                <a:latin typeface="Century Gothic"/>
                <a:ea typeface="Century Gothic"/>
                <a:cs typeface="Century Gothic"/>
                <a:sym typeface="Century Gothic"/>
              </a:rPr>
              <a:t>Compatible with Web – HTTP, HTTPS</a:t>
            </a:r>
            <a:endParaRPr/>
          </a:p>
          <a:p>
            <a:pPr indent="-342900" lvl="0" marL="342900" marR="0" rtl="0" algn="l">
              <a:spcBef>
                <a:spcPts val="1000"/>
              </a:spcBef>
              <a:spcAft>
                <a:spcPts val="0"/>
              </a:spcAft>
              <a:buClr>
                <a:schemeClr val="accent1"/>
              </a:buClr>
              <a:buSzPct val="100000"/>
              <a:buFont typeface="Noto Sans Symbols"/>
              <a:buChar char="🠶"/>
            </a:pPr>
            <a:r>
              <a:rPr b="0" i="0" lang="en-US" sz="1800" u="none" cap="none" strike="noStrike">
                <a:solidFill>
                  <a:srgbClr val="3F3F3F"/>
                </a:solidFill>
                <a:latin typeface="Century Gothic"/>
                <a:ea typeface="Century Gothic"/>
                <a:cs typeface="Century Gothic"/>
                <a:sym typeface="Century Gothic"/>
              </a:rPr>
              <a:t>Scriptable Samplers</a:t>
            </a:r>
            <a:endParaRPr/>
          </a:p>
          <a:p>
            <a:pPr indent="-342900" lvl="0" marL="342900" marR="0" rtl="0" algn="l">
              <a:spcBef>
                <a:spcPts val="1000"/>
              </a:spcBef>
              <a:spcAft>
                <a:spcPts val="0"/>
              </a:spcAft>
              <a:buClr>
                <a:schemeClr val="accent1"/>
              </a:buClr>
              <a:buSzPct val="100000"/>
              <a:buFont typeface="Noto Sans Symbols"/>
              <a:buChar char="🠶"/>
            </a:pPr>
            <a:r>
              <a:rPr b="0" i="0" lang="en-US" sz="1800" u="none" cap="none" strike="noStrike">
                <a:solidFill>
                  <a:srgbClr val="3F3F3F"/>
                </a:solidFill>
                <a:latin typeface="Century Gothic"/>
                <a:ea typeface="Century Gothic"/>
                <a:cs typeface="Century Gothic"/>
                <a:sym typeface="Century Gothic"/>
              </a:rPr>
              <a:t>Compatible with Mail – SMTP(S)</a:t>
            </a:r>
            <a:endParaRPr/>
          </a:p>
          <a:p>
            <a:pPr indent="-342900" lvl="0" marL="342900" marR="0" rtl="0" algn="l">
              <a:spcBef>
                <a:spcPts val="1000"/>
              </a:spcBef>
              <a:spcAft>
                <a:spcPts val="0"/>
              </a:spcAft>
              <a:buClr>
                <a:schemeClr val="accent1"/>
              </a:buClr>
              <a:buSzPct val="100000"/>
              <a:buFont typeface="Noto Sans Symbols"/>
              <a:buChar char="🠶"/>
            </a:pPr>
            <a:r>
              <a:rPr b="0" i="0" lang="en-US" sz="1800" u="none" cap="none" strike="noStrike">
                <a:solidFill>
                  <a:srgbClr val="3F3F3F"/>
                </a:solidFill>
                <a:latin typeface="Century Gothic"/>
                <a:ea typeface="Century Gothic"/>
                <a:cs typeface="Century Gothic"/>
                <a:sym typeface="Century Gothic"/>
              </a:rPr>
              <a:t>Compatible with POP3(S) and IMAP(S)</a:t>
            </a:r>
            <a:endParaRPr/>
          </a:p>
          <a:p>
            <a:pPr indent="-342900" lvl="0" marL="342900" marR="0" rtl="0" algn="l">
              <a:spcBef>
                <a:spcPts val="1000"/>
              </a:spcBef>
              <a:spcAft>
                <a:spcPts val="0"/>
              </a:spcAft>
              <a:buClr>
                <a:schemeClr val="accent1"/>
              </a:buClr>
              <a:buSzPct val="100000"/>
              <a:buFont typeface="Noto Sans Symbols"/>
              <a:buChar char="🠶"/>
            </a:pPr>
            <a:r>
              <a:rPr b="0" i="0" lang="en-US" sz="1800" u="none" cap="none" strike="noStrike">
                <a:solidFill>
                  <a:srgbClr val="3F3F3F"/>
                </a:solidFill>
                <a:latin typeface="Century Gothic"/>
                <a:ea typeface="Century Gothic"/>
                <a:cs typeface="Century Gothic"/>
                <a:sym typeface="Century Gothic"/>
              </a:rPr>
              <a:t>Compatible with Message-oriented middleware via JMS</a:t>
            </a:r>
            <a:endParaRPr/>
          </a:p>
          <a:p>
            <a:pPr indent="-237172" lvl="0" marL="342900" marR="0" rtl="0" algn="l">
              <a:spcBef>
                <a:spcPts val="1000"/>
              </a:spcBef>
              <a:spcAft>
                <a:spcPts val="0"/>
              </a:spcAft>
              <a:buClr>
                <a:schemeClr val="accent1"/>
              </a:buClr>
              <a:buSzPct val="100000"/>
              <a:buFont typeface="Noto Sans Symbols"/>
              <a:buNone/>
            </a:pPr>
            <a:r>
              <a:t/>
            </a:r>
            <a:endParaRPr b="0" i="0" sz="1800" u="none" cap="none" strike="noStrike">
              <a:solidFill>
                <a:srgbClr val="3F3F3F"/>
              </a:solidFill>
              <a:latin typeface="Century Gothic"/>
              <a:ea typeface="Century Gothic"/>
              <a:cs typeface="Century Gothic"/>
              <a:sym typeface="Century Gothic"/>
            </a:endParaRPr>
          </a:p>
        </p:txBody>
      </p:sp>
      <p:sp>
        <p:nvSpPr>
          <p:cNvPr id="198" name="Google Shape;198;p6"/>
          <p:cNvSpPr/>
          <p:nvPr/>
        </p:nvSpPr>
        <p:spPr>
          <a:xfrm>
            <a:off x="2589210" y="1905000"/>
            <a:ext cx="4940776" cy="3539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700" u="none" cap="none" strike="noStrike">
                <a:solidFill>
                  <a:srgbClr val="3F3F3F"/>
                </a:solidFill>
                <a:latin typeface="Century Gothic"/>
                <a:ea typeface="Century Gothic"/>
                <a:cs typeface="Century Gothic"/>
                <a:sym typeface="Century Gothic"/>
              </a:rPr>
              <a:t>Followings are some of the feature of JMeter;</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7"/>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How it works?</a:t>
            </a:r>
            <a:endParaRPr/>
          </a:p>
        </p:txBody>
      </p:sp>
      <p:sp>
        <p:nvSpPr>
          <p:cNvPr id="204" name="Google Shape;204;p7"/>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Take a look at the following figure that describe how JMeter works,</a:t>
            </a:r>
            <a:endParaRPr/>
          </a:p>
          <a:p>
            <a:pPr indent="0" lvl="0" marL="0" rtl="0" algn="l">
              <a:spcBef>
                <a:spcPts val="1000"/>
              </a:spcBef>
              <a:spcAft>
                <a:spcPts val="0"/>
              </a:spcAft>
              <a:buSzPts val="1800"/>
              <a:buNone/>
            </a:pPr>
            <a:r>
              <a:t/>
            </a:r>
            <a:endParaRPr/>
          </a:p>
        </p:txBody>
      </p:sp>
      <p:pic>
        <p:nvPicPr>
          <p:cNvPr id="205" name="Google Shape;205;p7"/>
          <p:cNvPicPr preferRelativeResize="0"/>
          <p:nvPr/>
        </p:nvPicPr>
        <p:blipFill rotWithShape="1">
          <a:blip r:embed="rId3">
            <a:alphaModFix/>
          </a:blip>
          <a:srcRect b="0" l="0" r="0" t="0"/>
          <a:stretch/>
        </p:blipFill>
        <p:spPr>
          <a:xfrm>
            <a:off x="3410102" y="2621658"/>
            <a:ext cx="5742857" cy="33904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8"/>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b="1" lang="en-US"/>
              <a:t>What we can do with JMeter</a:t>
            </a:r>
            <a:br>
              <a:rPr b="1" lang="en-US"/>
            </a:br>
            <a:endParaRPr/>
          </a:p>
        </p:txBody>
      </p:sp>
      <p:sp>
        <p:nvSpPr>
          <p:cNvPr id="211" name="Google Shape;211;p8"/>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spcBef>
                <a:spcPts val="0"/>
              </a:spcBef>
              <a:spcAft>
                <a:spcPts val="0"/>
              </a:spcAft>
              <a:buSzPct val="100000"/>
              <a:buChar char="🠶"/>
            </a:pPr>
            <a:r>
              <a:rPr lang="en-US"/>
              <a:t>Using command line parameters in JMeter for load testing.</a:t>
            </a:r>
            <a:endParaRPr/>
          </a:p>
          <a:p>
            <a:pPr indent="-342900" lvl="0" marL="342900" rtl="0" algn="l">
              <a:spcBef>
                <a:spcPts val="1000"/>
              </a:spcBef>
              <a:spcAft>
                <a:spcPts val="0"/>
              </a:spcAft>
              <a:buSzPct val="100000"/>
              <a:buChar char="🠶"/>
            </a:pPr>
            <a:r>
              <a:rPr lang="en-US"/>
              <a:t>Database load testing with JMeter</a:t>
            </a:r>
            <a:endParaRPr/>
          </a:p>
          <a:p>
            <a:pPr indent="-342900" lvl="0" marL="342900" rtl="0" algn="l">
              <a:spcBef>
                <a:spcPts val="1000"/>
              </a:spcBef>
              <a:spcAft>
                <a:spcPts val="0"/>
              </a:spcAft>
              <a:buSzPct val="100000"/>
              <a:buChar char="🠶"/>
            </a:pPr>
            <a:r>
              <a:rPr lang="en-US"/>
              <a:t>Load test TCP protocol services with JMeter</a:t>
            </a:r>
            <a:endParaRPr/>
          </a:p>
          <a:p>
            <a:pPr indent="-342900" lvl="0" marL="342900" rtl="0" algn="l">
              <a:spcBef>
                <a:spcPts val="1000"/>
              </a:spcBef>
              <a:spcAft>
                <a:spcPts val="0"/>
              </a:spcAft>
              <a:buSzPct val="100000"/>
              <a:buChar char="🠶"/>
            </a:pPr>
            <a:r>
              <a:rPr lang="en-US"/>
              <a:t>Run a stress test in JMeter</a:t>
            </a:r>
            <a:endParaRPr/>
          </a:p>
          <a:p>
            <a:pPr indent="-342900" lvl="0" marL="342900" rtl="0" algn="l">
              <a:spcBef>
                <a:spcPts val="1000"/>
              </a:spcBef>
              <a:spcAft>
                <a:spcPts val="0"/>
              </a:spcAft>
              <a:buSzPct val="100000"/>
              <a:buChar char="🠶"/>
            </a:pPr>
            <a:r>
              <a:rPr lang="en-US"/>
              <a:t>Performance and load testing with JMeter</a:t>
            </a:r>
            <a:endParaRPr/>
          </a:p>
          <a:p>
            <a:pPr indent="-342900" lvl="0" marL="342900" rtl="0" algn="l">
              <a:spcBef>
                <a:spcPts val="1000"/>
              </a:spcBef>
              <a:spcAft>
                <a:spcPts val="0"/>
              </a:spcAft>
              <a:buSzPct val="100000"/>
              <a:buChar char="🠶"/>
            </a:pPr>
            <a:r>
              <a:rPr lang="en-US"/>
              <a:t>Test SOAP services with JMeter</a:t>
            </a:r>
            <a:endParaRPr/>
          </a:p>
          <a:p>
            <a:pPr indent="-342900" lvl="0" marL="342900" rtl="0" algn="l">
              <a:spcBef>
                <a:spcPts val="1000"/>
              </a:spcBef>
              <a:spcAft>
                <a:spcPts val="0"/>
              </a:spcAft>
              <a:buSzPct val="100000"/>
              <a:buChar char="🠶"/>
            </a:pPr>
            <a:r>
              <a:rPr lang="en-US"/>
              <a:t>Generate Random variables in JMeter</a:t>
            </a:r>
            <a:endParaRPr/>
          </a:p>
          <a:p>
            <a:pPr indent="-342900" lvl="0" marL="342900" rtl="0" algn="l">
              <a:spcBef>
                <a:spcPts val="1000"/>
              </a:spcBef>
              <a:spcAft>
                <a:spcPts val="0"/>
              </a:spcAft>
              <a:buSzPct val="100000"/>
              <a:buChar char="🠶"/>
            </a:pPr>
            <a:r>
              <a:rPr lang="en-US"/>
              <a:t>Apache Kafka load testing using JMeter</a:t>
            </a:r>
            <a:endParaRPr/>
          </a:p>
          <a:p>
            <a:pPr indent="-342900" lvl="0" marL="342900" rtl="0" algn="l">
              <a:spcBef>
                <a:spcPts val="1000"/>
              </a:spcBef>
              <a:spcAft>
                <a:spcPts val="0"/>
              </a:spcAft>
              <a:buSzPct val="100000"/>
              <a:buChar char="🠶"/>
            </a:pPr>
            <a:r>
              <a:rPr lang="en-US"/>
              <a:t>Build a distributed load testing infrastructure with AWS, Docker and JMeter</a:t>
            </a:r>
            <a:endParaRPr/>
          </a:p>
          <a:p>
            <a:pPr indent="-342900" lvl="0" marL="342900" rtl="0" algn="l">
              <a:spcBef>
                <a:spcPts val="1000"/>
              </a:spcBef>
              <a:spcAft>
                <a:spcPts val="0"/>
              </a:spcAft>
              <a:buSzPct val="100000"/>
              <a:buChar char="🠶"/>
            </a:pPr>
            <a:r>
              <a:rPr lang="en-US"/>
              <a:t>Load testing video streaming with JMeter</a:t>
            </a:r>
            <a:endParaRPr/>
          </a:p>
          <a:p>
            <a:pPr indent="-237172" lvl="0" marL="342900" rtl="0" algn="l">
              <a:spcBef>
                <a:spcPts val="1000"/>
              </a:spcBef>
              <a:spcAft>
                <a:spcPts val="0"/>
              </a:spcAft>
              <a:buSzPct val="1000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9"/>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Installation</a:t>
            </a:r>
            <a:endParaRPr/>
          </a:p>
        </p:txBody>
      </p:sp>
      <p:sp>
        <p:nvSpPr>
          <p:cNvPr id="217" name="Google Shape;217;p9"/>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JMeter Environment Setup – Java JDK 1.6 or above required </a:t>
            </a:r>
            <a:endParaRPr/>
          </a:p>
          <a:p>
            <a:pPr indent="-342900" lvl="0" marL="342900" rtl="0" algn="l">
              <a:spcBef>
                <a:spcPts val="1000"/>
              </a:spcBef>
              <a:spcAft>
                <a:spcPts val="0"/>
              </a:spcAft>
              <a:buSzPts val="1800"/>
              <a:buChar char="🠶"/>
            </a:pPr>
            <a:r>
              <a:rPr lang="en-US"/>
              <a:t>Set JAVA_HOME</a:t>
            </a:r>
            <a:endParaRPr/>
          </a:p>
          <a:p>
            <a:pPr indent="-342900" lvl="0" marL="342900" rtl="0" algn="l">
              <a:spcBef>
                <a:spcPts val="1000"/>
              </a:spcBef>
              <a:spcAft>
                <a:spcPts val="0"/>
              </a:spcAft>
              <a:buSzPts val="1800"/>
              <a:buChar char="🠶"/>
            </a:pPr>
            <a:r>
              <a:rPr lang="en-US"/>
              <a:t>Download JMeter - </a:t>
            </a:r>
            <a:r>
              <a:rPr lang="en-US" u="sng">
                <a:solidFill>
                  <a:schemeClr val="hlink"/>
                </a:solidFill>
                <a:hlinkClick r:id="rId3"/>
              </a:rPr>
              <a:t>http://jmeter.apache.org/download_jmeter.cgi</a:t>
            </a:r>
            <a:endParaRPr/>
          </a:p>
          <a:p>
            <a:pPr indent="-342900" lvl="0" marL="342900" rtl="0" algn="l">
              <a:spcBef>
                <a:spcPts val="1000"/>
              </a:spcBef>
              <a:spcAft>
                <a:spcPts val="0"/>
              </a:spcAft>
              <a:buSzPts val="1800"/>
              <a:buChar char="🠶"/>
            </a:pPr>
            <a:r>
              <a:rPr lang="en-US"/>
              <a:t>Set JMETER_HOME (export PATH=$PATH:$JMETER_HOME/bin)</a:t>
            </a:r>
            <a:endParaRPr/>
          </a:p>
          <a:p>
            <a:pPr indent="-342900" lvl="0" marL="342900" rtl="0" algn="l">
              <a:spcBef>
                <a:spcPts val="1000"/>
              </a:spcBef>
              <a:spcAft>
                <a:spcPts val="0"/>
              </a:spcAft>
              <a:buSzPts val="1800"/>
              <a:buChar char="🠶"/>
            </a:pPr>
            <a:r>
              <a:rPr lang="en-US"/>
              <a:t>Run JMeter via command line or GUI</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0"/>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Thread Group</a:t>
            </a:r>
            <a:endParaRPr/>
          </a:p>
        </p:txBody>
      </p:sp>
      <p:sp>
        <p:nvSpPr>
          <p:cNvPr id="223" name="Google Shape;223;p10"/>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lang="en-US"/>
              <a:t>Thread Group elements are the beginning points of your test plan.</a:t>
            </a:r>
            <a:endParaRPr/>
          </a:p>
          <a:p>
            <a:pPr indent="0" lvl="0" marL="0" rtl="0" algn="l">
              <a:spcBef>
                <a:spcPts val="1000"/>
              </a:spcBef>
              <a:spcAft>
                <a:spcPts val="0"/>
              </a:spcAft>
              <a:buSzPts val="1800"/>
              <a:buNone/>
            </a:pPr>
            <a:r>
              <a:rPr lang="en-US"/>
              <a:t> </a:t>
            </a:r>
            <a:endParaRPr/>
          </a:p>
          <a:p>
            <a:pPr indent="-342900" lvl="0" marL="342900" rtl="0" algn="l">
              <a:spcBef>
                <a:spcPts val="1000"/>
              </a:spcBef>
              <a:spcAft>
                <a:spcPts val="0"/>
              </a:spcAft>
              <a:buSzPts val="1800"/>
              <a:buChar char="🠶"/>
            </a:pPr>
            <a:r>
              <a:rPr lang="en-US"/>
              <a:t>Set the number of threads </a:t>
            </a:r>
            <a:endParaRPr/>
          </a:p>
          <a:p>
            <a:pPr indent="-342900" lvl="0" marL="342900" rtl="0" algn="l">
              <a:spcBef>
                <a:spcPts val="1000"/>
              </a:spcBef>
              <a:spcAft>
                <a:spcPts val="0"/>
              </a:spcAft>
              <a:buSzPts val="1800"/>
              <a:buChar char="🠶"/>
            </a:pPr>
            <a:r>
              <a:rPr lang="en-US"/>
              <a:t>Set the ramp-up period </a:t>
            </a:r>
            <a:endParaRPr/>
          </a:p>
          <a:p>
            <a:pPr indent="-342900" lvl="0" marL="342900" rtl="0" algn="l">
              <a:spcBef>
                <a:spcPts val="1000"/>
              </a:spcBef>
              <a:spcAft>
                <a:spcPts val="0"/>
              </a:spcAft>
              <a:buSzPts val="1800"/>
              <a:buChar char="🠶"/>
            </a:pPr>
            <a:r>
              <a:rPr lang="en-US"/>
              <a:t>Set the number of times to execute the test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1"/>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Controller</a:t>
            </a:r>
            <a:endParaRPr/>
          </a:p>
        </p:txBody>
      </p:sp>
      <p:sp>
        <p:nvSpPr>
          <p:cNvPr id="229" name="Google Shape;229;p11"/>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800"/>
              <a:buNone/>
            </a:pPr>
            <a:r>
              <a:rPr lang="en-US"/>
              <a:t>JMeter has two types of Controllers: </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Samplers </a:t>
            </a:r>
            <a:endParaRPr/>
          </a:p>
          <a:p>
            <a:pPr indent="0" lvl="0" marL="0" rtl="0" algn="l">
              <a:spcBef>
                <a:spcPts val="1000"/>
              </a:spcBef>
              <a:spcAft>
                <a:spcPts val="0"/>
              </a:spcAft>
              <a:buSzPts val="1800"/>
              <a:buNone/>
            </a:pPr>
            <a:r>
              <a:rPr lang="en-US"/>
              <a:t>Samplers allow JMeter to send specific types of requests to a server. They simulate a user request for a page from the target server.</a:t>
            </a:r>
            <a:endParaRPr/>
          </a:p>
          <a:p>
            <a:pPr indent="0" lvl="0" marL="0" rtl="0" algn="l">
              <a:spcBef>
                <a:spcPts val="1000"/>
              </a:spcBef>
              <a:spcAft>
                <a:spcPts val="0"/>
              </a:spcAft>
              <a:buSzPts val="1800"/>
              <a:buNone/>
            </a:pPr>
            <a:r>
              <a:t/>
            </a:r>
            <a:endParaRPr/>
          </a:p>
          <a:p>
            <a:pPr indent="-342900" lvl="0" marL="342900" rtl="0" algn="l">
              <a:spcBef>
                <a:spcPts val="1000"/>
              </a:spcBef>
              <a:spcAft>
                <a:spcPts val="0"/>
              </a:spcAft>
              <a:buSzPts val="1800"/>
              <a:buChar char="🠶"/>
            </a:pPr>
            <a:r>
              <a:rPr lang="en-US"/>
              <a:t>Logic Controllers</a:t>
            </a:r>
            <a:endParaRPr/>
          </a:p>
          <a:p>
            <a:pPr indent="0" lvl="0" marL="0" rtl="0" algn="l">
              <a:spcBef>
                <a:spcPts val="1000"/>
              </a:spcBef>
              <a:spcAft>
                <a:spcPts val="0"/>
              </a:spcAft>
              <a:buSzPts val="1800"/>
              <a:buNone/>
            </a:pPr>
            <a:r>
              <a:rPr lang="en-US"/>
              <a:t>Logic Controllers control the order of processing of Samplers in a Thread. Logic controllers can change the order of a request coming from any of their child elements. </a:t>
            </a:r>
            <a:endParaRPr/>
          </a:p>
          <a:p>
            <a:pPr indent="-228600" lvl="0" marL="342900" rtl="0" algn="l">
              <a:spcBef>
                <a:spcPts val="1000"/>
              </a:spcBef>
              <a:spcAft>
                <a:spcPts val="0"/>
              </a:spcAft>
              <a:buSzPts val="1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2"/>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Execution Order</a:t>
            </a:r>
            <a:endParaRPr/>
          </a:p>
        </p:txBody>
      </p:sp>
      <p:sp>
        <p:nvSpPr>
          <p:cNvPr id="235" name="Google Shape;235;p12"/>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Configuration elements </a:t>
            </a:r>
            <a:endParaRPr/>
          </a:p>
          <a:p>
            <a:pPr indent="-342900" lvl="0" marL="342900" rtl="0" algn="l">
              <a:spcBef>
                <a:spcPts val="1000"/>
              </a:spcBef>
              <a:spcAft>
                <a:spcPts val="0"/>
              </a:spcAft>
              <a:buSzPts val="1800"/>
              <a:buChar char="🠶"/>
            </a:pPr>
            <a:r>
              <a:rPr lang="en-US"/>
              <a:t>Pre-Processors</a:t>
            </a:r>
            <a:endParaRPr/>
          </a:p>
          <a:p>
            <a:pPr indent="-342900" lvl="0" marL="342900" rtl="0" algn="l">
              <a:spcBef>
                <a:spcPts val="1000"/>
              </a:spcBef>
              <a:spcAft>
                <a:spcPts val="0"/>
              </a:spcAft>
              <a:buSzPts val="1800"/>
              <a:buChar char="🠶"/>
            </a:pPr>
            <a:r>
              <a:rPr lang="en-US"/>
              <a:t>Timers </a:t>
            </a:r>
            <a:endParaRPr/>
          </a:p>
          <a:p>
            <a:pPr indent="-342900" lvl="0" marL="342900" rtl="0" algn="l">
              <a:spcBef>
                <a:spcPts val="1000"/>
              </a:spcBef>
              <a:spcAft>
                <a:spcPts val="0"/>
              </a:spcAft>
              <a:buSzPts val="1800"/>
              <a:buChar char="🠶"/>
            </a:pPr>
            <a:r>
              <a:rPr lang="en-US"/>
              <a:t>Sampler </a:t>
            </a:r>
            <a:endParaRPr/>
          </a:p>
          <a:p>
            <a:pPr indent="-342900" lvl="0" marL="342900" rtl="0" algn="l">
              <a:spcBef>
                <a:spcPts val="1000"/>
              </a:spcBef>
              <a:spcAft>
                <a:spcPts val="0"/>
              </a:spcAft>
              <a:buSzPts val="1800"/>
              <a:buChar char="🠶"/>
            </a:pPr>
            <a:r>
              <a:rPr lang="en-US"/>
              <a:t>Post-Processors </a:t>
            </a:r>
            <a:endParaRPr/>
          </a:p>
          <a:p>
            <a:pPr indent="-342900" lvl="0" marL="342900" rtl="0" algn="l">
              <a:spcBef>
                <a:spcPts val="1000"/>
              </a:spcBef>
              <a:spcAft>
                <a:spcPts val="0"/>
              </a:spcAft>
              <a:buSzPts val="1800"/>
              <a:buChar char="🠶"/>
            </a:pPr>
            <a:r>
              <a:rPr lang="en-US"/>
              <a:t>Assertions </a:t>
            </a:r>
            <a:endParaRPr/>
          </a:p>
          <a:p>
            <a:pPr indent="-342900" lvl="0" marL="342900" rtl="0" algn="l">
              <a:spcBef>
                <a:spcPts val="1000"/>
              </a:spcBef>
              <a:spcAft>
                <a:spcPts val="0"/>
              </a:spcAft>
              <a:buSzPts val="1800"/>
              <a:buChar char="🠶"/>
            </a:pPr>
            <a:r>
              <a:rPr lang="en-US"/>
              <a:t>Listeners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3"/>
          <p:cNvSpPr txBox="1"/>
          <p:nvPr>
            <p:ph type="title"/>
          </p:nvPr>
        </p:nvSpPr>
        <p:spPr>
          <a:xfrm>
            <a:off x="2592925" y="624110"/>
            <a:ext cx="8911687" cy="128089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rgbClr val="168DBA"/>
              </a:buClr>
              <a:buSzPts val="3600"/>
              <a:buFont typeface="Century Gothic"/>
              <a:buNone/>
            </a:pPr>
            <a:r>
              <a:rPr lang="en-US"/>
              <a:t>Demo - </a:t>
            </a:r>
            <a:r>
              <a:rPr lang="en-US" sz="2200"/>
              <a:t>Http Request Demo with Recording</a:t>
            </a:r>
            <a:br>
              <a:rPr lang="en-US"/>
            </a:br>
            <a:endParaRPr/>
          </a:p>
        </p:txBody>
      </p:sp>
      <p:sp>
        <p:nvSpPr>
          <p:cNvPr id="241" name="Google Shape;241;p13"/>
          <p:cNvSpPr txBox="1"/>
          <p:nvPr>
            <p:ph idx="1" type="body"/>
          </p:nvPr>
        </p:nvSpPr>
        <p:spPr>
          <a:xfrm>
            <a:off x="2589212" y="2133600"/>
            <a:ext cx="8915400" cy="3777622"/>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SzPts val="1800"/>
              <a:buChar char="🠶"/>
            </a:pPr>
            <a:r>
              <a:rPr lang="en-US"/>
              <a:t>Configuration of JMeter</a:t>
            </a:r>
            <a:endParaRPr/>
          </a:p>
          <a:p>
            <a:pPr indent="-342900" lvl="0" marL="342900" rtl="0" algn="l">
              <a:spcBef>
                <a:spcPts val="1000"/>
              </a:spcBef>
              <a:spcAft>
                <a:spcPts val="0"/>
              </a:spcAft>
              <a:buSzPts val="1800"/>
              <a:buChar char="🠶"/>
            </a:pPr>
            <a:r>
              <a:rPr lang="en-US"/>
              <a:t>Create Sample project for selected website to check record (HTTP test script Recorder)</a:t>
            </a:r>
            <a:endParaRPr/>
          </a:p>
          <a:p>
            <a:pPr indent="-342900" lvl="0" marL="342900" rtl="0" algn="l">
              <a:spcBef>
                <a:spcPts val="1000"/>
              </a:spcBef>
              <a:spcAft>
                <a:spcPts val="0"/>
              </a:spcAft>
              <a:buSzPts val="1800"/>
              <a:buChar char="🠶"/>
            </a:pPr>
            <a:r>
              <a:rPr lang="en-US"/>
              <a:t>User Defined Variable.</a:t>
            </a:r>
            <a:endParaRPr/>
          </a:p>
          <a:p>
            <a:pPr indent="-342900" lvl="0" marL="342900" rtl="0" algn="l">
              <a:spcBef>
                <a:spcPts val="1000"/>
              </a:spcBef>
              <a:spcAft>
                <a:spcPts val="0"/>
              </a:spcAft>
              <a:buSzPts val="1800"/>
              <a:buChar char="🠶"/>
            </a:pPr>
            <a:r>
              <a:rPr lang="en-US"/>
              <a:t>Report Generation - Summary report generation</a:t>
            </a:r>
            <a:endParaRPr/>
          </a:p>
          <a:p>
            <a:pPr indent="-342900" lvl="0" marL="342900" rtl="0" algn="l">
              <a:spcBef>
                <a:spcPts val="1000"/>
              </a:spcBef>
              <a:spcAft>
                <a:spcPts val="0"/>
              </a:spcAft>
              <a:buSzPts val="1800"/>
              <a:buChar char="🠶"/>
            </a:pPr>
            <a:r>
              <a:rPr lang="en-US"/>
              <a:t>Summary Report - report visualization on the Dashboard</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4"/>
          <p:cNvSpPr txBox="1"/>
          <p:nvPr>
            <p:ph type="title"/>
          </p:nvPr>
        </p:nvSpPr>
        <p:spPr>
          <a:xfrm>
            <a:off x="6069495" y="2226365"/>
            <a:ext cx="4308682" cy="2570921"/>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168DBA"/>
              </a:buClr>
              <a:buSzPts val="3600"/>
              <a:buFont typeface="Century Gothic"/>
              <a:buNone/>
            </a:pPr>
            <a:br>
              <a:rPr lang="en-US"/>
            </a:br>
            <a:br>
              <a:rPr lang="en-US"/>
            </a:br>
            <a:r>
              <a:rPr b="1" lang="en-US"/>
              <a:t>Thank You !</a:t>
            </a:r>
            <a:endParaRPr b="1"/>
          </a:p>
        </p:txBody>
      </p:sp>
      <p:pic>
        <p:nvPicPr>
          <p:cNvPr id="247" name="Google Shape;247;p14"/>
          <p:cNvPicPr preferRelativeResize="0"/>
          <p:nvPr>
            <p:ph idx="1" type="body"/>
          </p:nvPr>
        </p:nvPicPr>
        <p:blipFill rotWithShape="1">
          <a:blip r:embed="rId3">
            <a:alphaModFix/>
          </a:blip>
          <a:srcRect b="0" l="0" r="0" t="0"/>
          <a:stretch/>
        </p:blipFill>
        <p:spPr>
          <a:xfrm>
            <a:off x="2316133" y="1444487"/>
            <a:ext cx="2835473" cy="37782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Wisp">
  <a:themeElements>
    <a:clrScheme name="Wisp">
      <a:dk1>
        <a:srgbClr val="000000"/>
      </a:dk1>
      <a:lt1>
        <a:srgbClr val="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2020-04-21T11:06:18Z</dcterms:created>
  <dc:creator>suresh kaluarachchi</dc:creator>
</cp:coreProperties>
</file>