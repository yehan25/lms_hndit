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88" r:id="rId2"/>
    <p:sldId id="349" r:id="rId3"/>
    <p:sldId id="350" r:id="rId4"/>
    <p:sldId id="375" r:id="rId5"/>
    <p:sldId id="376" r:id="rId6"/>
    <p:sldId id="377" r:id="rId7"/>
    <p:sldId id="391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2" r:id="rId16"/>
    <p:sldId id="378" r:id="rId17"/>
    <p:sldId id="392" r:id="rId18"/>
    <p:sldId id="393" r:id="rId19"/>
    <p:sldId id="401" r:id="rId20"/>
    <p:sldId id="379" r:id="rId21"/>
    <p:sldId id="380" r:id="rId22"/>
    <p:sldId id="381" r:id="rId23"/>
    <p:sldId id="382" r:id="rId24"/>
    <p:sldId id="37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>
      <p:cViewPr varScale="1">
        <p:scale>
          <a:sx n="108" d="100"/>
          <a:sy n="108" d="100"/>
        </p:scale>
        <p:origin x="190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3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493F6-AEF9-4D68-B6B1-8F8AED03355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53677-F652-4DD4-8D59-43EB15933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0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F98B-CC5E-41CE-B043-2D846F94F07F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112-E994-43BA-93FF-CE9D9F76FE02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4FB8-B262-4513-B07C-200423A3BB7C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9BF4-5DD1-4D97-880D-76E1BD8CFE4D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AC1C-C963-4AC3-8B89-32E638B74B67}" type="datetime1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103B-4EB5-45BD-8F8B-D5316ABF44EE}" type="datetime1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EC4-B19E-4969-BAD0-E8461BBCAA56}" type="datetime1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4CD9-F062-4B0B-BA15-B9C87DCEC158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9DB4-5C57-43AA-A5B6-CFF49C147315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A7B1-A1CD-4DF9-80B5-B05B49073721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FF37-1E65-4698-B22B-1FD978CC5A86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ECDE8-FDE2-4B04-A121-A5EDA7F0B8E3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Software Testing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Engineering</a:t>
            </a:r>
            <a:br>
              <a:rPr lang="en-US" dirty="0"/>
            </a:br>
            <a:r>
              <a:rPr lang="en-US" dirty="0"/>
              <a:t>IT4012</a:t>
            </a:r>
          </a:p>
        </p:txBody>
      </p:sp>
    </p:spTree>
    <p:extLst>
      <p:ext uri="{BB962C8B-B14F-4D97-AF65-F5344CB8AC3E}">
        <p14:creationId xmlns:p14="http://schemas.microsoft.com/office/powerpoint/2010/main" val="13290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C59A-509B-F90D-B5ED-92EED9F4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6D78-AB19-CA00-A4DD-1C20C9F77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the stages of software testing.</a:t>
            </a:r>
          </a:p>
          <a:p>
            <a:r>
              <a:rPr lang="en-US" dirty="0"/>
              <a:t>Identify techniques for choosing test cases.</a:t>
            </a:r>
          </a:p>
          <a:p>
            <a:r>
              <a:rPr lang="en-US" dirty="0"/>
              <a:t>Explain test-driven development.</a:t>
            </a:r>
          </a:p>
          <a:p>
            <a:r>
              <a:rPr lang="en-US" dirty="0"/>
              <a:t>Differentiate component, system, release, and user testing.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EAFD4-1CBE-88D2-CFEB-28A1AC1D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F8E0D-75F1-67E1-B7F0-80C518AF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9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440F8-186F-2EEB-511F-87549BFA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9B8A3-0FE7-DF1D-8D67-A00A7FF0D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is used to check whether software does what it is intended to do.</a:t>
            </a:r>
          </a:p>
          <a:p>
            <a:r>
              <a:rPr lang="en-US" dirty="0"/>
              <a:t>It also helps discover defects before the software is used.</a:t>
            </a:r>
          </a:p>
          <a:p>
            <a:r>
              <a:rPr lang="en-US" dirty="0"/>
              <a:t>Testing involves executing a program using test data and checking the results.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C9C4D-F18A-7EC4-6BD0-5C608953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F25EE-1F29-4A97-C0A3-6AF6880E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1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E647-182C-3619-7374-995ED8517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19667-875C-1AD1-95AD-B05898208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Verification checks whether software meets its specification.</a:t>
            </a:r>
          </a:p>
          <a:p>
            <a:r>
              <a:rPr lang="en-US" dirty="0"/>
              <a:t>Validation checks whether software meets customer expectations.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55421-963E-8DDE-6BBC-F0A5D800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DB265-7A63-B480-53C3-1858E0B5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E3BE2C-0128-BA7C-B50D-786DB6114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800600"/>
            <a:ext cx="390661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D834-0EBE-A60A-A890-2B8A7F89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3A2B3A-FE85-8DC0-C7D2-3B072D5E9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895600"/>
            <a:ext cx="7598864" cy="1752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25262-AFFD-1289-CD7F-7896D5E1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82A48-85B3-A61E-9A0D-D07F6C609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5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72AE-692B-3E56-833B-8ED6EFF6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Software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02FB2-B560-821C-2D4F-54D7CE37E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Development Testing</a:t>
            </a:r>
          </a:p>
          <a:p>
            <a:pPr lvl="1"/>
            <a:r>
              <a:rPr lang="en-US" dirty="0"/>
              <a:t>Done during development to find bugs.</a:t>
            </a:r>
          </a:p>
          <a:p>
            <a:r>
              <a:rPr lang="en-US" dirty="0"/>
              <a:t>Release Testing</a:t>
            </a:r>
          </a:p>
          <a:p>
            <a:pPr lvl="1"/>
            <a:r>
              <a:rPr lang="en-US" dirty="0"/>
              <a:t>Done by a separate testing team before release.</a:t>
            </a:r>
          </a:p>
          <a:p>
            <a:r>
              <a:rPr lang="en-US" dirty="0"/>
              <a:t>User Testing</a:t>
            </a:r>
          </a:p>
          <a:p>
            <a:pPr lvl="1"/>
            <a:r>
              <a:rPr lang="en-US" dirty="0"/>
              <a:t>Done by users/customers in their own environment.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F182B-E0BA-B01D-9C7F-D8A0BE2E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0F6A4-8AF4-78F0-7899-59674FD6E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0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C5A89-3505-99BC-399F-2C1DDB4F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A59CA-0786-3CC1-A1FE-1801FA62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testing focuses on small parts of the program.</a:t>
            </a:r>
          </a:p>
          <a:p>
            <a:r>
              <a:rPr lang="en-US" dirty="0"/>
              <a:t>Examples-</a:t>
            </a:r>
          </a:p>
          <a:p>
            <a:pPr lvl="1"/>
            <a:r>
              <a:rPr lang="en-US" dirty="0"/>
              <a:t>Testing one method</a:t>
            </a:r>
          </a:p>
          <a:p>
            <a:pPr lvl="1"/>
            <a:r>
              <a:rPr lang="en-US" dirty="0"/>
              <a:t>Testing one class</a:t>
            </a:r>
          </a:p>
          <a:p>
            <a:pPr lvl="1"/>
            <a:r>
              <a:rPr lang="en-US" dirty="0"/>
              <a:t>Testing one function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7272E7-09B4-CB9B-9E7E-8D0B1AB8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77516-C61A-1B9F-A12D-2F6C3CB8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46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9C33-3F26-F999-85B7-67F9F086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1A6F-681B-F9D4-4599-107D56BEA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whether each method works correctly.</a:t>
            </a:r>
          </a:p>
          <a:p>
            <a:r>
              <a:rPr lang="en-US" dirty="0"/>
              <a:t>Test object class behavior.</a:t>
            </a:r>
          </a:p>
          <a:p>
            <a:r>
              <a:rPr lang="en-US" dirty="0"/>
              <a:t>Find defects early.</a:t>
            </a:r>
          </a:p>
          <a:p>
            <a:r>
              <a:rPr lang="en-US" dirty="0"/>
              <a:t>Support debugging.</a:t>
            </a:r>
          </a:p>
          <a:p>
            <a:r>
              <a:rPr lang="en-US" dirty="0"/>
              <a:t>Reduce problems before component testing.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CA25C-A515-D015-7001-2512FB8B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F043-BF46-4145-0578-640AF248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21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BB31-0F54-8867-2E42-DE68FDB1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Testing an Object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42E95-5E79-E571-2042-6081E2A23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method should be tested with suitable test cases.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4D810-4F08-5B91-B06F-41AF816B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51B76-FBF4-9E79-89BB-F85D26FC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FE2398-368B-B939-7449-ED501A0FA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434178"/>
            <a:ext cx="2496036" cy="220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53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B24C-28CD-9DF1-AF01-A8DBECCA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Method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7CFFB-C53B-81B2-81B5-AE49463B9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methods cannot be tested alone.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To test shutdown(), the system may first need to execute restart().</a:t>
            </a:r>
          </a:p>
          <a:p>
            <a:pPr lvl="1"/>
            <a:r>
              <a:rPr lang="en-US" dirty="0"/>
              <a:t>Therefore, some unit tests require a sequence of method calls.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CF4C-A7D1-0F77-0EBC-7D84311A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E5D91-C084-DC6F-B778-1672F15E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B571-2B20-026F-0CAA-1325349A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and Object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264EA-1EF1-02A7-E323-8E67AA8D4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may have different states.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38E8B-75A1-A250-9AA0-B8C00161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4050A-57E2-A226-3081-FFCE362A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899B89-A21A-559C-152C-E7D3F58D1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18" y="3263337"/>
            <a:ext cx="5755364" cy="7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1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D942-0852-7657-D9DA-311D9A5E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Unit 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EE49A-4A42-9983-7537-135250C06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for choosing test cases.</a:t>
            </a:r>
          </a:p>
          <a:p>
            <a:pPr lvl="1"/>
            <a:r>
              <a:rPr lang="en-US" dirty="0"/>
              <a:t>Partition Testing</a:t>
            </a:r>
          </a:p>
          <a:p>
            <a:pPr lvl="1"/>
            <a:r>
              <a:rPr lang="en-US" dirty="0"/>
              <a:t>Boundary Value Testing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00A63-5D97-049D-68AE-34829FE42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BF92D-C1B6-84A2-C0E8-0F745458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7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6E39-0A4D-128A-700C-660A8C97A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34E2C-AF66-E4D7-3152-5BAAFE7D3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Steps-</a:t>
            </a:r>
          </a:p>
          <a:p>
            <a:pPr lvl="1"/>
            <a:r>
              <a:rPr lang="en-US" dirty="0"/>
              <a:t>Identify groups of inputs with common characteristics.</a:t>
            </a:r>
          </a:p>
          <a:p>
            <a:pPr lvl="1"/>
            <a:r>
              <a:rPr lang="en-US" dirty="0"/>
              <a:t>Select test cases from each group.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D43AD-D956-75FA-E4BF-956FCEF5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0D995-E184-EEF1-EBFB-C92A91C8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B23644-9B65-9373-1D7F-E2A254C94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4015581"/>
            <a:ext cx="3276600" cy="22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07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1F12-97C8-724C-CCE9-08843EA6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Value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6FAD3-7046-C680-C04E-8799D2B72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identifying partitions, choose test cases-</a:t>
            </a:r>
          </a:p>
          <a:p>
            <a:pPr lvl="1"/>
            <a:r>
              <a:rPr lang="en-US" dirty="0"/>
              <a:t>On the boundary</a:t>
            </a:r>
          </a:p>
          <a:p>
            <a:pPr lvl="1"/>
            <a:r>
              <a:rPr lang="en-US" dirty="0"/>
              <a:t>Near the boundary</a:t>
            </a:r>
          </a:p>
          <a:p>
            <a:pPr lvl="1"/>
            <a:r>
              <a:rPr lang="en-US" dirty="0"/>
              <a:t>Near the middle of the partition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F5447-5892-9BF7-2D0C-5967A257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168C-6972-A863-5AA0-C52367DA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25628F-9ED4-1E59-798F-01FC832BC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3997826"/>
            <a:ext cx="429577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35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6BED-31A4-B463-4192-42E6F7AC5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9624E-4FEB-F6E7-5111-4EC227B5C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testing should be automated whenever possible.</a:t>
            </a:r>
          </a:p>
          <a:p>
            <a:r>
              <a:rPr lang="en-US" dirty="0"/>
              <a:t>Automated unit testing uses testing frameworks such as</a:t>
            </a:r>
          </a:p>
          <a:p>
            <a:pPr lvl="1"/>
            <a:r>
              <a:rPr lang="en-US" dirty="0"/>
              <a:t>JUnit for Java</a:t>
            </a:r>
          </a:p>
          <a:p>
            <a:pPr lvl="1"/>
            <a:r>
              <a:rPr lang="en-US" dirty="0" err="1"/>
              <a:t>NUnit</a:t>
            </a:r>
            <a:r>
              <a:rPr lang="en-US" dirty="0"/>
              <a:t> for .NET</a:t>
            </a:r>
          </a:p>
          <a:p>
            <a:pPr lvl="1"/>
            <a:r>
              <a:rPr lang="en-US" dirty="0" err="1"/>
              <a:t>PyTest</a:t>
            </a:r>
            <a:r>
              <a:rPr lang="en-US" dirty="0"/>
              <a:t> for Python</a:t>
            </a:r>
          </a:p>
          <a:p>
            <a:pPr lvl="1"/>
            <a:r>
              <a:rPr lang="en-US" dirty="0"/>
              <a:t>Jest for JavaScript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788B6-72B3-8103-15BA-5BB8F3A9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25002-D592-5D94-1461-E2F73741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36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D685-71CE-093F-0B99-4547CFF5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AD21-F9E0-4424-EE2A-1643EEA14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 areas-</a:t>
            </a:r>
          </a:p>
          <a:p>
            <a:pPr lvl="1"/>
            <a:r>
              <a:rPr lang="en-US" dirty="0"/>
              <a:t>Interfaces between units</a:t>
            </a:r>
          </a:p>
          <a:p>
            <a:pPr lvl="1"/>
            <a:r>
              <a:rPr lang="en-US" dirty="0"/>
              <a:t>Data passed between components</a:t>
            </a:r>
          </a:p>
          <a:p>
            <a:pPr lvl="1"/>
            <a:r>
              <a:rPr lang="en-US" dirty="0"/>
              <a:t>Interaction errors</a:t>
            </a:r>
          </a:p>
          <a:p>
            <a:endParaRPr lang="en-US" dirty="0"/>
          </a:p>
          <a:p>
            <a:r>
              <a:rPr lang="en-US" dirty="0"/>
              <a:t>Example-</a:t>
            </a:r>
          </a:p>
          <a:p>
            <a:pPr lvl="1"/>
            <a:r>
              <a:rPr lang="en-US" dirty="0"/>
              <a:t>Testing login form + database validation together.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05C74-1540-5837-4BF6-29BCED16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833CA-8A49-39C2-0FAF-CC2019CD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83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FB53-63FA-64EC-41E6-E909E7137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79D91-CCBB-BE9B-E02F-3BEB574F4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testing checks the complete system.</a:t>
            </a:r>
          </a:p>
          <a:p>
            <a:r>
              <a:rPr lang="en-US" dirty="0"/>
              <a:t>Purpose-</a:t>
            </a:r>
          </a:p>
          <a:p>
            <a:pPr lvl="1"/>
            <a:r>
              <a:rPr lang="en-US" dirty="0"/>
              <a:t>Find errors caused by component interaction.</a:t>
            </a:r>
          </a:p>
          <a:p>
            <a:pPr lvl="1"/>
            <a:r>
              <a:rPr lang="en-US" dirty="0"/>
              <a:t>Check functional requirements.</a:t>
            </a:r>
          </a:p>
          <a:p>
            <a:pPr lvl="1"/>
            <a:r>
              <a:rPr lang="en-US" dirty="0"/>
              <a:t>Check non-functional requirements.</a:t>
            </a:r>
          </a:p>
          <a:p>
            <a:pPr lvl="1"/>
            <a:r>
              <a:rPr lang="en-US" dirty="0"/>
              <a:t>Test overall system behavior.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DB44E-32A5-126C-EE82-613E6CA1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F8778-C1D9-17CA-AF08-B9CAAA34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81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1238-0094-4B52-CAAC-F9957F21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Release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34554-46EC-5086-C816-ABB0B9600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Release testing tests a system version before it is delivered to users.</a:t>
            </a:r>
          </a:p>
          <a:p>
            <a:r>
              <a:rPr lang="en-US" dirty="0"/>
              <a:t>Key points-</a:t>
            </a:r>
          </a:p>
          <a:p>
            <a:pPr lvl="1"/>
            <a:r>
              <a:rPr lang="en-US" dirty="0"/>
              <a:t>Should be done by a separate testing team.</a:t>
            </a:r>
          </a:p>
          <a:p>
            <a:pPr lvl="1"/>
            <a:r>
              <a:rPr lang="en-US" dirty="0"/>
              <a:t>Focuses on validation.</a:t>
            </a:r>
          </a:p>
          <a:p>
            <a:pPr lvl="1"/>
            <a:r>
              <a:rPr lang="en-US" dirty="0"/>
              <a:t>Checks whether the system is good enough for use.</a:t>
            </a:r>
          </a:p>
          <a:p>
            <a:pPr lvl="1"/>
            <a:r>
              <a:rPr lang="en-US" dirty="0"/>
              <a:t>Usually uses black-box testing.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6CF2B-A10A-05E5-5326-94620F16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05D0A-121C-9847-0BEB-93538BF8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89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D3CB-9F03-7861-B25F-CE461972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72044-92AB-86C6-62D8-74A616B4E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checks whether the system can handle its expected workload.</a:t>
            </a:r>
          </a:p>
          <a:p>
            <a:r>
              <a:rPr lang="en-US" dirty="0"/>
              <a:t>Stress testing is a type of performance testing.</a:t>
            </a:r>
          </a:p>
          <a:p>
            <a:r>
              <a:rPr lang="en-US" dirty="0"/>
              <a:t>Example-</a:t>
            </a:r>
          </a:p>
          <a:p>
            <a:pPr lvl="1"/>
            <a:r>
              <a:rPr lang="en-US" dirty="0"/>
              <a:t>A system is designed for 300 transactions per second.</a:t>
            </a:r>
          </a:p>
          <a:p>
            <a:pPr lvl="1"/>
            <a:r>
              <a:rPr lang="en-US" dirty="0"/>
              <a:t>First test below 300 transactions per second.</a:t>
            </a:r>
          </a:p>
          <a:p>
            <a:pPr lvl="1"/>
            <a:r>
              <a:rPr lang="en-US" dirty="0"/>
              <a:t>Then gradually increase the load beyond 300.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B90BA-8B9B-BD62-E2E3-D377E6FC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955E4-8884-9122-5428-B726EFBC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52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64C4-1116-1E5B-064C-215E9E4B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A7C6-D0BD-6FFC-F060-4DA0EC38A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testing is done by real users or customers.</a:t>
            </a:r>
          </a:p>
          <a:p>
            <a:r>
              <a:rPr lang="en-US" dirty="0"/>
              <a:t>Purpose-</a:t>
            </a:r>
          </a:p>
          <a:p>
            <a:pPr lvl="1"/>
            <a:r>
              <a:rPr lang="en-US" dirty="0"/>
              <a:t>Check software in the real working environment.</a:t>
            </a:r>
          </a:p>
          <a:p>
            <a:pPr lvl="1"/>
            <a:r>
              <a:rPr lang="en-US" dirty="0"/>
              <a:t>Identify usability, performance, and reliability issues.</a:t>
            </a:r>
          </a:p>
          <a:p>
            <a:pPr lvl="1"/>
            <a:r>
              <a:rPr lang="en-US" dirty="0"/>
              <a:t>Confirm whether the system meets user needs.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8DE1B-400B-47BA-6802-043A761D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A067A-3D16-F714-7284-21D43D41E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5EFA-E495-65B6-507C-9A0374473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User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11BA5-AF0F-ADE0-4171-4C68372C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Alpha Testing</a:t>
            </a:r>
          </a:p>
          <a:p>
            <a:pPr lvl="1"/>
            <a:r>
              <a:rPr lang="en-US" dirty="0"/>
              <a:t>Selected users test early versions with developers.</a:t>
            </a:r>
          </a:p>
          <a:p>
            <a:r>
              <a:rPr lang="en-US" dirty="0"/>
              <a:t>Beta Testing</a:t>
            </a:r>
          </a:p>
          <a:p>
            <a:pPr lvl="1"/>
            <a:r>
              <a:rPr lang="en-US" dirty="0"/>
              <a:t>A larger group of users test the software before final release.</a:t>
            </a:r>
          </a:p>
          <a:p>
            <a:r>
              <a:rPr lang="en-US" dirty="0"/>
              <a:t>Acceptance Testing</a:t>
            </a:r>
          </a:p>
          <a:p>
            <a:pPr lvl="1"/>
            <a:r>
              <a:rPr lang="en-US" dirty="0"/>
              <a:t>Customer decides whether to accept or reject the system.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253CF-011F-F824-2964-C36AE787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DD6BB-8827-B1C5-DF19-F25F34F3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78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130C-0192-29BF-1280-36D55F85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D15D4-3566-7E76-8D8F-B478734F6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Acceptance testing checks whether the system is ready for deployment.</a:t>
            </a:r>
          </a:p>
          <a:p>
            <a:r>
              <a:rPr lang="en-US" dirty="0"/>
              <a:t>Possible results-</a:t>
            </a:r>
          </a:p>
          <a:p>
            <a:pPr lvl="1"/>
            <a:r>
              <a:rPr lang="en-US" dirty="0"/>
              <a:t>System accepted.</a:t>
            </a:r>
          </a:p>
          <a:p>
            <a:pPr lvl="1"/>
            <a:r>
              <a:rPr lang="en-US" dirty="0"/>
              <a:t>System rejected.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F6325-0513-C0EE-1695-0FE09B27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80028-FD94-65E9-DFAD-86522183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2FB7EB-937D-652F-F64E-BAAEC95B7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800600"/>
            <a:ext cx="55245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F732-56FC-6597-FBCD-9A264C6E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Test-Driven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83EBD-FC8F-7921-368F-3F42DB6A7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Tests are written before writing the program code.</a:t>
            </a:r>
          </a:p>
          <a:p>
            <a:r>
              <a:rPr lang="en-US" dirty="0"/>
              <a:t>Code is developed to pass the tests.</a:t>
            </a:r>
          </a:p>
          <a:p>
            <a:r>
              <a:rPr lang="en-US" dirty="0"/>
              <a:t>Tests are run automatically after changes.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B88A0-D7B5-C824-CBCE-887305D9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0CBF8-A1A8-DD29-0E0F-0A4845280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E3E0B-A0EF-975B-2A85-0B4386E03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267200"/>
            <a:ext cx="5244837" cy="170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E36B-CDE5-65C1-DC6F-608195A4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A7D5-015F-264F-F950-88031F15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can show errors, but cannot prove that software has no defects.</a:t>
            </a:r>
          </a:p>
          <a:p>
            <a:r>
              <a:rPr lang="en-US" dirty="0"/>
              <a:t>Development testing is done by the development team.</a:t>
            </a:r>
          </a:p>
          <a:p>
            <a:r>
              <a:rPr lang="en-US" dirty="0"/>
              <a:t>Release testing should be done by a separate team.</a:t>
            </a:r>
          </a:p>
          <a:p>
            <a:r>
              <a:rPr lang="en-US" dirty="0"/>
              <a:t>User testing involves customers or real users.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39C8D-4C17-EBD4-87EF-1E8D7F66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6A05C-F3F4-8128-53E7-1681A205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96501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2432</TotalTime>
  <Words>813</Words>
  <Application>Microsoft Office PowerPoint</Application>
  <PresentationFormat>On-screen Show (4:3)</PresentationFormat>
  <Paragraphs>165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HNDIT</vt:lpstr>
      <vt:lpstr>Software Engineering IT4012</vt:lpstr>
      <vt:lpstr>Learning Objectives</vt:lpstr>
      <vt:lpstr>Software Testing</vt:lpstr>
      <vt:lpstr>Verification and Validation</vt:lpstr>
      <vt:lpstr>Software Testing Process</vt:lpstr>
      <vt:lpstr>Stages of Software Testing</vt:lpstr>
      <vt:lpstr>Unit Testing</vt:lpstr>
      <vt:lpstr>Purpose of Unit Testing</vt:lpstr>
      <vt:lpstr>Example – Testing an Object Class</vt:lpstr>
      <vt:lpstr>Testing Method Sequences</vt:lpstr>
      <vt:lpstr>Unit Testing and Object States</vt:lpstr>
      <vt:lpstr>Choosing Unit Test Cases</vt:lpstr>
      <vt:lpstr>Partition Testing</vt:lpstr>
      <vt:lpstr>Boundary Value Testing</vt:lpstr>
      <vt:lpstr>Automated Unit Testing</vt:lpstr>
      <vt:lpstr>Component Testing</vt:lpstr>
      <vt:lpstr>System Testing</vt:lpstr>
      <vt:lpstr>Release Testing</vt:lpstr>
      <vt:lpstr>Performance Testing</vt:lpstr>
      <vt:lpstr>User Testing</vt:lpstr>
      <vt:lpstr>Types of User Testing</vt:lpstr>
      <vt:lpstr>Acceptance Testing</vt:lpstr>
      <vt:lpstr>Test-Driven Development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Software Engineering</dc:title>
  <dc:creator>Gayan</dc:creator>
  <cp:lastModifiedBy>Gayan Sudharshana</cp:lastModifiedBy>
  <cp:revision>63</cp:revision>
  <dcterms:created xsi:type="dcterms:W3CDTF">2018-05-21T18:09:50Z</dcterms:created>
  <dcterms:modified xsi:type="dcterms:W3CDTF">2026-05-24T14:28:53Z</dcterms:modified>
</cp:coreProperties>
</file>