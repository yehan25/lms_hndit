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9" r:id="rId3"/>
    <p:sldId id="29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91" r:id="rId2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2"/>
            <a:ext cx="9143999" cy="35509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449" y="1106802"/>
            <a:ext cx="6729732" cy="45460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144" y="5577839"/>
            <a:ext cx="6848856" cy="1143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572"/>
            <a:ext cx="9143999" cy="3550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323850"/>
            <a:ext cx="807211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557" y="6464909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2"/>
            <a:ext cx="9143999" cy="3550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133600"/>
            <a:ext cx="9143999" cy="2362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612" y="2787523"/>
            <a:ext cx="444373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HNDIT2012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Fundamentals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Programming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2742" y="4808296"/>
            <a:ext cx="40017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888888"/>
                </a:solidFill>
                <a:latin typeface="Calibri"/>
                <a:cs typeface="Calibri"/>
              </a:rPr>
              <a:t>Java</a:t>
            </a:r>
            <a:r>
              <a:rPr sz="32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888888"/>
                </a:solidFill>
                <a:latin typeface="Calibri"/>
                <a:cs typeface="Calibri"/>
              </a:rPr>
              <a:t>Control</a:t>
            </a:r>
            <a:r>
              <a:rPr sz="32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888888"/>
                </a:solidFill>
                <a:latin typeface="Calibri"/>
                <a:cs typeface="Calibri"/>
              </a:rPr>
              <a:t>Statements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00" y="838200"/>
            <a:ext cx="8072119" cy="492443"/>
          </a:xfrm>
          <a:noFill/>
        </p:spPr>
        <p:txBody>
          <a:bodyPr/>
          <a:lstStyle/>
          <a:p>
            <a:r>
              <a:rPr lang="en-US" sz="3200" dirty="0"/>
              <a:t>Control Structures in </a:t>
            </a:r>
            <a:r>
              <a:rPr lang="en-US" sz="3200" dirty="0" smtClean="0"/>
              <a:t>Programming Languages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1800" y="1905000"/>
            <a:ext cx="7950200" cy="3939540"/>
          </a:xfrm>
        </p:spPr>
        <p:txBody>
          <a:bodyPr/>
          <a:lstStyle/>
          <a:p>
            <a:pPr algn="just" fontAlgn="base"/>
            <a:r>
              <a:rPr lang="en-US" sz="2800" b="1" dirty="0"/>
              <a:t>Control Structures</a:t>
            </a:r>
            <a:r>
              <a:rPr lang="en-US" sz="2800" dirty="0"/>
              <a:t> are just a way to specify flow of control in programs</a:t>
            </a:r>
            <a:r>
              <a:rPr lang="en-US" sz="2800" dirty="0" smtClean="0"/>
              <a:t>. There </a:t>
            </a:r>
            <a:r>
              <a:rPr lang="en-US" sz="2800" dirty="0"/>
              <a:t>are three basic types of logic, or flow of control, known as</a:t>
            </a:r>
            <a:r>
              <a:rPr lang="en-US" sz="2800" dirty="0" smtClean="0"/>
              <a:t>:</a:t>
            </a:r>
          </a:p>
          <a:p>
            <a:pPr algn="just" fontAlgn="base"/>
            <a:endParaRPr lang="en-US" sz="2800" dirty="0"/>
          </a:p>
          <a:p>
            <a:pPr marL="457200" indent="-4572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Sequence logic, or sequential flow</a:t>
            </a:r>
          </a:p>
          <a:p>
            <a:pPr marL="457200" indent="-4572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Selection logic, or conditional flow</a:t>
            </a:r>
          </a:p>
          <a:p>
            <a:pPr marL="457200" indent="-4572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Iteration logic, or repetitive flow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70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127" y="609600"/>
            <a:ext cx="8072119" cy="1354217"/>
          </a:xfrm>
        </p:spPr>
        <p:txBody>
          <a:bodyPr/>
          <a:lstStyle/>
          <a:p>
            <a:r>
              <a:rPr lang="en-US" dirty="0" smtClean="0"/>
              <a:t>Sequential </a:t>
            </a:r>
            <a:r>
              <a:rPr lang="en-US" dirty="0"/>
              <a:t>flow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388974"/>
            <a:ext cx="1152525" cy="31051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244"/>
          <a:stretch/>
        </p:blipFill>
        <p:spPr>
          <a:xfrm>
            <a:off x="228600" y="1991526"/>
            <a:ext cx="6324600" cy="39000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752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251" y="803056"/>
            <a:ext cx="8777414" cy="47766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180" y="720547"/>
            <a:ext cx="8305788" cy="45092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261" y="937772"/>
            <a:ext cx="8449352" cy="32663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755" y="1070186"/>
            <a:ext cx="8467298" cy="45488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" y="731519"/>
            <a:ext cx="8711184" cy="48082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265" y="661093"/>
            <a:ext cx="8526658" cy="40461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" y="615695"/>
            <a:ext cx="8569452" cy="43373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363" y="731519"/>
            <a:ext cx="8653272" cy="47289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732" y="996065"/>
            <a:ext cx="8398507" cy="38610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684" y="425195"/>
            <a:ext cx="8653272" cy="6355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39" y="1060703"/>
            <a:ext cx="8001693" cy="57210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290" y="988394"/>
            <a:ext cx="8619526" cy="46632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363" y="457200"/>
            <a:ext cx="8653272" cy="6220968"/>
            <a:chOff x="245363" y="457200"/>
            <a:chExt cx="8653272" cy="6220968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059" y="1092708"/>
              <a:ext cx="7217664" cy="55854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363" y="457200"/>
              <a:ext cx="8653272" cy="6355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l="-1922" t="-86603" r="1922" b="86603"/>
          <a:stretch/>
        </p:blipFill>
        <p:spPr>
          <a:xfrm>
            <a:off x="228600" y="-3352800"/>
            <a:ext cx="8598201" cy="46511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3139712" cy="35055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54112" y="1335300"/>
            <a:ext cx="4572000" cy="54938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The switch expression is evaluated once.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The value of the expression is compared with the values of each case.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If there is a match, the associated block of code is executed.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The break and default keywords are optional.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Java works with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 byte, short, char, and </a:t>
            </a:r>
            <a:r>
              <a:rPr lang="en-US" dirty="0" err="1" smtClean="0"/>
              <a:t>int</a:t>
            </a:r>
            <a:r>
              <a:rPr lang="en-US" dirty="0" smtClean="0"/>
              <a:t> (primitive) data types.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String, Character, Byte, Short, and Integer classes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79" y="838200"/>
            <a:ext cx="8967216" cy="49941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363" y="457200"/>
            <a:ext cx="8653780" cy="6388735"/>
            <a:chOff x="245363" y="457200"/>
            <a:chExt cx="8653780" cy="63887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812" y="1042415"/>
              <a:ext cx="6649211" cy="580339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363" y="457200"/>
              <a:ext cx="8653272" cy="6355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981200"/>
            <a:ext cx="47244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92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103</Words>
  <Application>Microsoft Office PowerPoint</Application>
  <PresentationFormat>On-screen Show (4:3)</PresentationFormat>
  <Paragraphs>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Control Structures in Programming Languages</vt:lpstr>
      <vt:lpstr>Sequential flow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HNDIT1012 Visual Application Programming</dc:title>
  <dc:creator>User</dc:creator>
  <cp:lastModifiedBy>USER</cp:lastModifiedBy>
  <cp:revision>4</cp:revision>
  <dcterms:created xsi:type="dcterms:W3CDTF">2024-03-19T12:19:57Z</dcterms:created>
  <dcterms:modified xsi:type="dcterms:W3CDTF">2024-03-19T12:45:40Z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2024-03-19T00:00:00Z</vt:filetime>
  </property>
</Properties>
</file>