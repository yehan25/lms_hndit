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2"/>
            <a:ext cx="9143999" cy="35509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449" y="1106802"/>
            <a:ext cx="6729732" cy="45460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144" y="5577839"/>
            <a:ext cx="6848856" cy="1143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72"/>
            <a:ext cx="9143999" cy="3550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323850"/>
            <a:ext cx="807211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6464909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2"/>
            <a:ext cx="9143999" cy="3550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133600"/>
            <a:ext cx="9143999" cy="2362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612" y="2787523"/>
            <a:ext cx="44437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HNDIT2012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Fundamentals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2742" y="4808296"/>
            <a:ext cx="4001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888888"/>
                </a:solidFill>
                <a:latin typeface="Calibri"/>
                <a:cs typeface="Calibri"/>
              </a:rPr>
              <a:t>Java</a:t>
            </a:r>
            <a:r>
              <a:rPr sz="3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888888"/>
                </a:solidFill>
                <a:latin typeface="Calibri"/>
                <a:cs typeface="Calibri"/>
              </a:rPr>
              <a:t>Control</a:t>
            </a:r>
            <a:r>
              <a:rPr sz="3200" spc="-2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888888"/>
                </a:solidFill>
                <a:latin typeface="Calibri"/>
                <a:cs typeface="Calibri"/>
              </a:rPr>
              <a:t>Statements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19" y="963122"/>
            <a:ext cx="8625221" cy="41547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13" y="1030512"/>
            <a:ext cx="8863893" cy="38973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804" y="855025"/>
            <a:ext cx="8791109" cy="44757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" y="867155"/>
            <a:ext cx="8927592" cy="45125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21" y="1030791"/>
            <a:ext cx="8933834" cy="48671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" y="1002791"/>
            <a:ext cx="9060179" cy="37292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10768"/>
            <a:ext cx="9122663" cy="49057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1615" y="2406395"/>
            <a:ext cx="2582550" cy="359511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30124" y="609600"/>
            <a:ext cx="4537075" cy="5983605"/>
            <a:chOff x="230124" y="609600"/>
            <a:chExt cx="4537075" cy="59836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662" y="631968"/>
              <a:ext cx="4499409" cy="59608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0124" y="609600"/>
              <a:ext cx="160020" cy="189230"/>
            </a:xfrm>
            <a:custGeom>
              <a:avLst/>
              <a:gdLst/>
              <a:ahLst/>
              <a:cxnLst/>
              <a:rect l="l" t="t" r="r" b="b"/>
              <a:pathLst>
                <a:path w="160020" h="189229">
                  <a:moveTo>
                    <a:pt x="160019" y="0"/>
                  </a:moveTo>
                  <a:lnTo>
                    <a:pt x="0" y="0"/>
                  </a:lnTo>
                  <a:lnTo>
                    <a:pt x="0" y="188975"/>
                  </a:lnTo>
                  <a:lnTo>
                    <a:pt x="160019" y="188975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295400"/>
            <a:ext cx="8856118" cy="45796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31519"/>
            <a:ext cx="9140951" cy="43738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4" y="907421"/>
            <a:ext cx="8944652" cy="48776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032" y="935743"/>
            <a:ext cx="8785090" cy="29511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91" y="859305"/>
            <a:ext cx="8951584" cy="44908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" y="782846"/>
            <a:ext cx="8857488" cy="35454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7" y="1018032"/>
            <a:ext cx="8927592" cy="44424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23850"/>
            <a:ext cx="17786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R</a:t>
            </a:r>
            <a:r>
              <a:rPr dirty="0"/>
              <a:t>e</a:t>
            </a:r>
            <a:r>
              <a:rPr spc="-35" dirty="0"/>
              <a:t>c</a:t>
            </a:r>
            <a:r>
              <a:rPr dirty="0"/>
              <a:t>ap…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25</Words>
  <Application>Microsoft Office PowerPoint</Application>
  <PresentationFormat>On-screen Show (4:3)</PresentationFormat>
  <Paragraphs>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Recap…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HNDIT1012 Visual Application Programming</dc:title>
  <dc:creator>User</dc:creator>
  <cp:lastModifiedBy>USER</cp:lastModifiedBy>
  <cp:revision>1</cp:revision>
  <dcterms:created xsi:type="dcterms:W3CDTF">2024-03-19T12:19:57Z</dcterms:created>
  <dcterms:modified xsi:type="dcterms:W3CDTF">2024-03-30T01:34:30Z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2024-03-19T00:00:00Z</vt:filetime>
  </property>
</Properties>
</file>