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handoutMasterIdLst>
    <p:handoutMasterId r:id="rId20"/>
  </p:handoutMasterIdLst>
  <p:sldIdLst>
    <p:sldId id="266" r:id="rId2"/>
    <p:sldId id="268" r:id="rId3"/>
    <p:sldId id="258" r:id="rId4"/>
    <p:sldId id="260" r:id="rId5"/>
    <p:sldId id="272" r:id="rId6"/>
    <p:sldId id="273" r:id="rId7"/>
    <p:sldId id="269" r:id="rId8"/>
    <p:sldId id="271" r:id="rId9"/>
    <p:sldId id="280" r:id="rId10"/>
    <p:sldId id="275" r:id="rId11"/>
    <p:sldId id="276" r:id="rId12"/>
    <p:sldId id="277" r:id="rId13"/>
    <p:sldId id="278" r:id="rId14"/>
    <p:sldId id="281" r:id="rId15"/>
    <p:sldId id="282" r:id="rId16"/>
    <p:sldId id="283" r:id="rId17"/>
    <p:sldId id="284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5" autoAdjust="0"/>
    <p:restoredTop sz="94660"/>
  </p:normalViewPr>
  <p:slideViewPr>
    <p:cSldViewPr>
      <p:cViewPr varScale="1">
        <p:scale>
          <a:sx n="83" d="100"/>
          <a:sy n="83" d="100"/>
        </p:scale>
        <p:origin x="145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41C7E9-19E4-4E8B-A825-B10D12F0986B}" type="doc">
      <dgm:prSet loTypeId="urn:microsoft.com/office/officeart/2005/8/layout/hList7#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C903E7-B90B-4DFF-A03A-36099C1F3C49}">
      <dgm:prSet/>
      <dgm:spPr/>
      <dgm:t>
        <a:bodyPr/>
        <a:lstStyle/>
        <a:p>
          <a:pPr rtl="0"/>
          <a:r>
            <a:rPr lang="en-US" dirty="0"/>
            <a:t>1GL</a:t>
          </a:r>
        </a:p>
      </dgm:t>
    </dgm:pt>
    <dgm:pt modelId="{40E01A6A-82E3-4B21-A2CC-5763EB77D3E0}" type="parTrans" cxnId="{B129CF48-0D54-4539-AB17-A9AEBECF7177}">
      <dgm:prSet/>
      <dgm:spPr/>
      <dgm:t>
        <a:bodyPr/>
        <a:lstStyle/>
        <a:p>
          <a:endParaRPr lang="en-US"/>
        </a:p>
      </dgm:t>
    </dgm:pt>
    <dgm:pt modelId="{3BA5C15D-AF8E-4DA5-B7D6-8F68868F3F19}" type="sibTrans" cxnId="{B129CF48-0D54-4539-AB17-A9AEBECF7177}">
      <dgm:prSet/>
      <dgm:spPr/>
      <dgm:t>
        <a:bodyPr/>
        <a:lstStyle/>
        <a:p>
          <a:endParaRPr lang="en-US"/>
        </a:p>
      </dgm:t>
    </dgm:pt>
    <dgm:pt modelId="{AEED3C83-AD12-40BC-A321-7A95B9D1A87D}">
      <dgm:prSet/>
      <dgm:spPr/>
      <dgm:t>
        <a:bodyPr/>
        <a:lstStyle/>
        <a:p>
          <a:pPr rtl="0"/>
          <a:r>
            <a:rPr lang="en-US" dirty="0"/>
            <a:t>2GL</a:t>
          </a:r>
        </a:p>
      </dgm:t>
    </dgm:pt>
    <dgm:pt modelId="{F65776CC-504D-4910-8970-E63FE1C2DEC3}" type="parTrans" cxnId="{A55DA7B8-CD51-4EDE-94E0-148D5EBD6BB5}">
      <dgm:prSet/>
      <dgm:spPr/>
      <dgm:t>
        <a:bodyPr/>
        <a:lstStyle/>
        <a:p>
          <a:endParaRPr lang="en-US"/>
        </a:p>
      </dgm:t>
    </dgm:pt>
    <dgm:pt modelId="{6035B167-21E1-4C3C-8827-4E6E677D5744}" type="sibTrans" cxnId="{A55DA7B8-CD51-4EDE-94E0-148D5EBD6BB5}">
      <dgm:prSet/>
      <dgm:spPr/>
      <dgm:t>
        <a:bodyPr/>
        <a:lstStyle/>
        <a:p>
          <a:endParaRPr lang="en-US"/>
        </a:p>
      </dgm:t>
    </dgm:pt>
    <dgm:pt modelId="{D8FB7A50-E4CD-4E97-B7B8-F47C59773F45}">
      <dgm:prSet/>
      <dgm:spPr/>
      <dgm:t>
        <a:bodyPr/>
        <a:lstStyle/>
        <a:p>
          <a:pPr rtl="0"/>
          <a:r>
            <a:rPr lang="en-US" dirty="0"/>
            <a:t>3GL</a:t>
          </a:r>
        </a:p>
      </dgm:t>
    </dgm:pt>
    <dgm:pt modelId="{1E57AD73-3430-438B-97DB-F245091C142D}" type="parTrans" cxnId="{41AD8D08-4962-4E10-9122-DD0056B7619A}">
      <dgm:prSet/>
      <dgm:spPr/>
      <dgm:t>
        <a:bodyPr/>
        <a:lstStyle/>
        <a:p>
          <a:endParaRPr lang="en-US"/>
        </a:p>
      </dgm:t>
    </dgm:pt>
    <dgm:pt modelId="{B59608D8-596A-46A3-A395-9A959C5D966D}" type="sibTrans" cxnId="{41AD8D08-4962-4E10-9122-DD0056B7619A}">
      <dgm:prSet/>
      <dgm:spPr/>
      <dgm:t>
        <a:bodyPr/>
        <a:lstStyle/>
        <a:p>
          <a:endParaRPr lang="en-US"/>
        </a:p>
      </dgm:t>
    </dgm:pt>
    <dgm:pt modelId="{1B83D00D-96FF-4858-9B1F-1193A26D27BE}">
      <dgm:prSet/>
      <dgm:spPr/>
      <dgm:t>
        <a:bodyPr/>
        <a:lstStyle/>
        <a:p>
          <a:pPr rtl="0"/>
          <a:r>
            <a:rPr lang="en-US" dirty="0"/>
            <a:t>4GJ</a:t>
          </a:r>
        </a:p>
      </dgm:t>
    </dgm:pt>
    <dgm:pt modelId="{0EB44B86-0BB6-4E82-B734-1431D7F94859}" type="parTrans" cxnId="{0228C1E7-4085-4F03-8892-95E456CAB56A}">
      <dgm:prSet/>
      <dgm:spPr/>
      <dgm:t>
        <a:bodyPr/>
        <a:lstStyle/>
        <a:p>
          <a:endParaRPr lang="en-US"/>
        </a:p>
      </dgm:t>
    </dgm:pt>
    <dgm:pt modelId="{5EE91E59-30CB-4261-BE0F-7BA5B200AD4F}" type="sibTrans" cxnId="{0228C1E7-4085-4F03-8892-95E456CAB56A}">
      <dgm:prSet/>
      <dgm:spPr/>
      <dgm:t>
        <a:bodyPr/>
        <a:lstStyle/>
        <a:p>
          <a:endParaRPr lang="en-US"/>
        </a:p>
      </dgm:t>
    </dgm:pt>
    <dgm:pt modelId="{048A4B69-5E5C-4856-904A-764E2B26F2DC}">
      <dgm:prSet/>
      <dgm:spPr/>
      <dgm:t>
        <a:bodyPr/>
        <a:lstStyle/>
        <a:p>
          <a:pPr rtl="0"/>
          <a:r>
            <a:rPr lang="en-US" dirty="0"/>
            <a:t>5GL</a:t>
          </a:r>
        </a:p>
      </dgm:t>
    </dgm:pt>
    <dgm:pt modelId="{DB71D30B-38F7-4363-B7AD-15699A5C06F3}" type="parTrans" cxnId="{320772D4-354F-4A54-8122-1B3887C21B3E}">
      <dgm:prSet/>
      <dgm:spPr/>
      <dgm:t>
        <a:bodyPr/>
        <a:lstStyle/>
        <a:p>
          <a:endParaRPr lang="en-US"/>
        </a:p>
      </dgm:t>
    </dgm:pt>
    <dgm:pt modelId="{C3D526E6-93D6-47B2-B4DD-A3041319F989}" type="sibTrans" cxnId="{320772D4-354F-4A54-8122-1B3887C21B3E}">
      <dgm:prSet/>
      <dgm:spPr/>
      <dgm:t>
        <a:bodyPr/>
        <a:lstStyle/>
        <a:p>
          <a:endParaRPr lang="en-US"/>
        </a:p>
      </dgm:t>
    </dgm:pt>
    <dgm:pt modelId="{60DFD75A-A9A5-4D3D-8BF4-282BE9393AE9}" type="pres">
      <dgm:prSet presAssocID="{C241C7E9-19E4-4E8B-A825-B10D12F0986B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F30296D-DF11-4DD3-9C19-56FE0AD608A8}" type="pres">
      <dgm:prSet presAssocID="{C241C7E9-19E4-4E8B-A825-B10D12F0986B}" presName="fgShape" presStyleLbl="fgShp" presStyleIdx="0" presStyleCnt="1" custScaleX="78502"/>
      <dgm:spPr/>
    </dgm:pt>
    <dgm:pt modelId="{27253E5E-B445-4116-8782-92A5C96B3187}" type="pres">
      <dgm:prSet presAssocID="{C241C7E9-19E4-4E8B-A825-B10D12F0986B}" presName="linComp" presStyleCnt="0"/>
      <dgm:spPr/>
    </dgm:pt>
    <dgm:pt modelId="{E95A234B-1586-4E4D-A49A-9BE8B2CD0C99}" type="pres">
      <dgm:prSet presAssocID="{1CC903E7-B90B-4DFF-A03A-36099C1F3C49}" presName="compNode" presStyleCnt="0"/>
      <dgm:spPr/>
    </dgm:pt>
    <dgm:pt modelId="{E1E36E1B-CE88-4E2D-9F43-658F25B4372E}" type="pres">
      <dgm:prSet presAssocID="{1CC903E7-B90B-4DFF-A03A-36099C1F3C49}" presName="bkgdShape" presStyleLbl="node1" presStyleIdx="0" presStyleCnt="5"/>
      <dgm:spPr/>
      <dgm:t>
        <a:bodyPr/>
        <a:lstStyle/>
        <a:p>
          <a:endParaRPr lang="en-US"/>
        </a:p>
      </dgm:t>
    </dgm:pt>
    <dgm:pt modelId="{6ED44D33-4806-43B4-BEF8-03CF79EAC617}" type="pres">
      <dgm:prSet presAssocID="{1CC903E7-B90B-4DFF-A03A-36099C1F3C49}" presName="nodeTx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C8C55D-4F0F-483E-BCA0-B0D298564002}" type="pres">
      <dgm:prSet presAssocID="{1CC903E7-B90B-4DFF-A03A-36099C1F3C49}" presName="invisiNode" presStyleLbl="node1" presStyleIdx="0" presStyleCnt="5"/>
      <dgm:spPr/>
    </dgm:pt>
    <dgm:pt modelId="{C2E1C513-E19C-463C-A4BF-84700421BAEC}" type="pres">
      <dgm:prSet presAssocID="{1CC903E7-B90B-4DFF-A03A-36099C1F3C49}" presName="imagNode" presStyleLbl="fgImgPlace1" presStyleIdx="0" presStyleCnt="5"/>
      <dgm:spPr/>
    </dgm:pt>
    <dgm:pt modelId="{AF8DFDBD-6FAE-4CCD-B137-9BFFD55BB45E}" type="pres">
      <dgm:prSet presAssocID="{3BA5C15D-AF8E-4DA5-B7D6-8F68868F3F19}" presName="sibTrans" presStyleLbl="sibTrans2D1" presStyleIdx="0" presStyleCnt="0"/>
      <dgm:spPr/>
      <dgm:t>
        <a:bodyPr/>
        <a:lstStyle/>
        <a:p>
          <a:endParaRPr lang="en-US"/>
        </a:p>
      </dgm:t>
    </dgm:pt>
    <dgm:pt modelId="{59278981-B67F-4A93-8AD7-863EA8ABB62B}" type="pres">
      <dgm:prSet presAssocID="{AEED3C83-AD12-40BC-A321-7A95B9D1A87D}" presName="compNode" presStyleCnt="0"/>
      <dgm:spPr/>
    </dgm:pt>
    <dgm:pt modelId="{8D19489F-5E04-4BAD-BC2E-5D45AC70AB57}" type="pres">
      <dgm:prSet presAssocID="{AEED3C83-AD12-40BC-A321-7A95B9D1A87D}" presName="bkgdShape" presStyleLbl="node1" presStyleIdx="1" presStyleCnt="5"/>
      <dgm:spPr/>
      <dgm:t>
        <a:bodyPr/>
        <a:lstStyle/>
        <a:p>
          <a:endParaRPr lang="en-US"/>
        </a:p>
      </dgm:t>
    </dgm:pt>
    <dgm:pt modelId="{3CD45324-12CB-4997-BCF8-0F47B9D84F5F}" type="pres">
      <dgm:prSet presAssocID="{AEED3C83-AD12-40BC-A321-7A95B9D1A87D}" presName="nodeTx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297C1F5-EFB5-4A95-A91F-85FCBE3DB522}" type="pres">
      <dgm:prSet presAssocID="{AEED3C83-AD12-40BC-A321-7A95B9D1A87D}" presName="invisiNode" presStyleLbl="node1" presStyleIdx="1" presStyleCnt="5"/>
      <dgm:spPr/>
    </dgm:pt>
    <dgm:pt modelId="{FEE4DB53-5FAA-4CF8-BEE9-D8A42809F0F6}" type="pres">
      <dgm:prSet presAssocID="{AEED3C83-AD12-40BC-A321-7A95B9D1A87D}" presName="imagNode" presStyleLbl="fgImgPlace1" presStyleIdx="1" presStyleCnt="5"/>
      <dgm:spPr/>
    </dgm:pt>
    <dgm:pt modelId="{B2BDA26C-68BF-423C-93C6-3A99E035E7C1}" type="pres">
      <dgm:prSet presAssocID="{6035B167-21E1-4C3C-8827-4E6E677D5744}" presName="sibTrans" presStyleLbl="sibTrans2D1" presStyleIdx="0" presStyleCnt="0"/>
      <dgm:spPr/>
      <dgm:t>
        <a:bodyPr/>
        <a:lstStyle/>
        <a:p>
          <a:endParaRPr lang="en-US"/>
        </a:p>
      </dgm:t>
    </dgm:pt>
    <dgm:pt modelId="{FCF3B46D-5517-45E1-87BF-433F1AC80221}" type="pres">
      <dgm:prSet presAssocID="{D8FB7A50-E4CD-4E97-B7B8-F47C59773F45}" presName="compNode" presStyleCnt="0"/>
      <dgm:spPr/>
    </dgm:pt>
    <dgm:pt modelId="{9B835FDD-7C42-4272-95EA-4B2841E17ADC}" type="pres">
      <dgm:prSet presAssocID="{D8FB7A50-E4CD-4E97-B7B8-F47C59773F45}" presName="bkgdShape" presStyleLbl="node1" presStyleIdx="2" presStyleCnt="5"/>
      <dgm:spPr/>
      <dgm:t>
        <a:bodyPr/>
        <a:lstStyle/>
        <a:p>
          <a:endParaRPr lang="en-US"/>
        </a:p>
      </dgm:t>
    </dgm:pt>
    <dgm:pt modelId="{286FF68A-1E25-4993-A503-DFC220479077}" type="pres">
      <dgm:prSet presAssocID="{D8FB7A50-E4CD-4E97-B7B8-F47C59773F45}" presName="nodeTx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D22CE3-D2DF-4C5A-9950-E8314ACD77A1}" type="pres">
      <dgm:prSet presAssocID="{D8FB7A50-E4CD-4E97-B7B8-F47C59773F45}" presName="invisiNode" presStyleLbl="node1" presStyleIdx="2" presStyleCnt="5"/>
      <dgm:spPr/>
    </dgm:pt>
    <dgm:pt modelId="{3CEC0FEA-73CD-480B-A378-AB6AD7358611}" type="pres">
      <dgm:prSet presAssocID="{D8FB7A50-E4CD-4E97-B7B8-F47C59773F45}" presName="imagNode" presStyleLbl="fgImgPlace1" presStyleIdx="2" presStyleCnt="5"/>
      <dgm:spPr/>
    </dgm:pt>
    <dgm:pt modelId="{D572F40F-886F-49CD-99EA-F3144CE2A9C8}" type="pres">
      <dgm:prSet presAssocID="{B59608D8-596A-46A3-A395-9A959C5D966D}" presName="sibTrans" presStyleLbl="sibTrans2D1" presStyleIdx="0" presStyleCnt="0"/>
      <dgm:spPr/>
      <dgm:t>
        <a:bodyPr/>
        <a:lstStyle/>
        <a:p>
          <a:endParaRPr lang="en-US"/>
        </a:p>
      </dgm:t>
    </dgm:pt>
    <dgm:pt modelId="{F46050DC-FECE-4799-BE62-418F4A47FE86}" type="pres">
      <dgm:prSet presAssocID="{1B83D00D-96FF-4858-9B1F-1193A26D27BE}" presName="compNode" presStyleCnt="0"/>
      <dgm:spPr/>
    </dgm:pt>
    <dgm:pt modelId="{423504ED-20D3-4595-B796-CEABDD6D9473}" type="pres">
      <dgm:prSet presAssocID="{1B83D00D-96FF-4858-9B1F-1193A26D27BE}" presName="bkgdShape" presStyleLbl="node1" presStyleIdx="3" presStyleCnt="5"/>
      <dgm:spPr/>
      <dgm:t>
        <a:bodyPr/>
        <a:lstStyle/>
        <a:p>
          <a:endParaRPr lang="en-US"/>
        </a:p>
      </dgm:t>
    </dgm:pt>
    <dgm:pt modelId="{66707C98-A813-4AD6-B4D3-494B604D3F01}" type="pres">
      <dgm:prSet presAssocID="{1B83D00D-96FF-4858-9B1F-1193A26D27BE}" presName="nodeTx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21373D-2106-40C0-B194-BECEC6A68A53}" type="pres">
      <dgm:prSet presAssocID="{1B83D00D-96FF-4858-9B1F-1193A26D27BE}" presName="invisiNode" presStyleLbl="node1" presStyleIdx="3" presStyleCnt="5"/>
      <dgm:spPr/>
    </dgm:pt>
    <dgm:pt modelId="{48248206-6E82-4C1F-A0E6-DAD423F49CB0}" type="pres">
      <dgm:prSet presAssocID="{1B83D00D-96FF-4858-9B1F-1193A26D27BE}" presName="imagNode" presStyleLbl="fgImgPlace1" presStyleIdx="3" presStyleCnt="5"/>
      <dgm:spPr/>
    </dgm:pt>
    <dgm:pt modelId="{3F3C3000-C323-490F-A9BB-183A202CF458}" type="pres">
      <dgm:prSet presAssocID="{5EE91E59-30CB-4261-BE0F-7BA5B200AD4F}" presName="sibTrans" presStyleLbl="sibTrans2D1" presStyleIdx="0" presStyleCnt="0"/>
      <dgm:spPr/>
      <dgm:t>
        <a:bodyPr/>
        <a:lstStyle/>
        <a:p>
          <a:endParaRPr lang="en-US"/>
        </a:p>
      </dgm:t>
    </dgm:pt>
    <dgm:pt modelId="{E7C4818A-F944-4B54-99C7-AD4AE7A9072C}" type="pres">
      <dgm:prSet presAssocID="{048A4B69-5E5C-4856-904A-764E2B26F2DC}" presName="compNode" presStyleCnt="0"/>
      <dgm:spPr/>
    </dgm:pt>
    <dgm:pt modelId="{F08D8B5A-5BB6-4345-9C7A-63815842CB27}" type="pres">
      <dgm:prSet presAssocID="{048A4B69-5E5C-4856-904A-764E2B26F2DC}" presName="bkgdShape" presStyleLbl="node1" presStyleIdx="4" presStyleCnt="5" custLinFactNeighborX="0"/>
      <dgm:spPr/>
      <dgm:t>
        <a:bodyPr/>
        <a:lstStyle/>
        <a:p>
          <a:endParaRPr lang="en-US"/>
        </a:p>
      </dgm:t>
    </dgm:pt>
    <dgm:pt modelId="{C98E3360-C31F-4460-A53B-3EA4657DAD58}" type="pres">
      <dgm:prSet presAssocID="{048A4B69-5E5C-4856-904A-764E2B26F2DC}" presName="nodeTx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8431B3-4454-4BA3-96C0-85895A04AF47}" type="pres">
      <dgm:prSet presAssocID="{048A4B69-5E5C-4856-904A-764E2B26F2DC}" presName="invisiNode" presStyleLbl="node1" presStyleIdx="4" presStyleCnt="5"/>
      <dgm:spPr/>
    </dgm:pt>
    <dgm:pt modelId="{19F20818-5689-44A7-A06E-6A6A297B765E}" type="pres">
      <dgm:prSet presAssocID="{048A4B69-5E5C-4856-904A-764E2B26F2DC}" presName="imagNode" presStyleLbl="fgImgPlace1" presStyleIdx="4" presStyleCnt="5"/>
      <dgm:spPr/>
    </dgm:pt>
  </dgm:ptLst>
  <dgm:cxnLst>
    <dgm:cxn modelId="{41AD8D08-4962-4E10-9122-DD0056B7619A}" srcId="{C241C7E9-19E4-4E8B-A825-B10D12F0986B}" destId="{D8FB7A50-E4CD-4E97-B7B8-F47C59773F45}" srcOrd="2" destOrd="0" parTransId="{1E57AD73-3430-438B-97DB-F245091C142D}" sibTransId="{B59608D8-596A-46A3-A395-9A959C5D966D}"/>
    <dgm:cxn modelId="{2E380BDF-8623-4D60-889A-9F79BF3C2A49}" type="presOf" srcId="{C241C7E9-19E4-4E8B-A825-B10D12F0986B}" destId="{60DFD75A-A9A5-4D3D-8BF4-282BE9393AE9}" srcOrd="0" destOrd="0" presId="urn:microsoft.com/office/officeart/2005/8/layout/hList7#1"/>
    <dgm:cxn modelId="{320772D4-354F-4A54-8122-1B3887C21B3E}" srcId="{C241C7E9-19E4-4E8B-A825-B10D12F0986B}" destId="{048A4B69-5E5C-4856-904A-764E2B26F2DC}" srcOrd="4" destOrd="0" parTransId="{DB71D30B-38F7-4363-B7AD-15699A5C06F3}" sibTransId="{C3D526E6-93D6-47B2-B4DD-A3041319F989}"/>
    <dgm:cxn modelId="{A55DA7B8-CD51-4EDE-94E0-148D5EBD6BB5}" srcId="{C241C7E9-19E4-4E8B-A825-B10D12F0986B}" destId="{AEED3C83-AD12-40BC-A321-7A95B9D1A87D}" srcOrd="1" destOrd="0" parTransId="{F65776CC-504D-4910-8970-E63FE1C2DEC3}" sibTransId="{6035B167-21E1-4C3C-8827-4E6E677D5744}"/>
    <dgm:cxn modelId="{18135B96-056A-4265-947D-2A125C27F8F4}" type="presOf" srcId="{5EE91E59-30CB-4261-BE0F-7BA5B200AD4F}" destId="{3F3C3000-C323-490F-A9BB-183A202CF458}" srcOrd="0" destOrd="0" presId="urn:microsoft.com/office/officeart/2005/8/layout/hList7#1"/>
    <dgm:cxn modelId="{1F39834A-476B-4AE5-8114-CD387BDFACBE}" type="presOf" srcId="{3BA5C15D-AF8E-4DA5-B7D6-8F68868F3F19}" destId="{AF8DFDBD-6FAE-4CCD-B137-9BFFD55BB45E}" srcOrd="0" destOrd="0" presId="urn:microsoft.com/office/officeart/2005/8/layout/hList7#1"/>
    <dgm:cxn modelId="{7830A2BC-7902-4262-9F60-5B541F0A04A3}" type="presOf" srcId="{1B83D00D-96FF-4858-9B1F-1193A26D27BE}" destId="{66707C98-A813-4AD6-B4D3-494B604D3F01}" srcOrd="1" destOrd="0" presId="urn:microsoft.com/office/officeart/2005/8/layout/hList7#1"/>
    <dgm:cxn modelId="{AC1364F1-BEAF-44A3-A13F-CD52E34103CB}" type="presOf" srcId="{6035B167-21E1-4C3C-8827-4E6E677D5744}" destId="{B2BDA26C-68BF-423C-93C6-3A99E035E7C1}" srcOrd="0" destOrd="0" presId="urn:microsoft.com/office/officeart/2005/8/layout/hList7#1"/>
    <dgm:cxn modelId="{7A782FC0-26C9-40E6-B233-852F17843699}" type="presOf" srcId="{1B83D00D-96FF-4858-9B1F-1193A26D27BE}" destId="{423504ED-20D3-4595-B796-CEABDD6D9473}" srcOrd="0" destOrd="0" presId="urn:microsoft.com/office/officeart/2005/8/layout/hList7#1"/>
    <dgm:cxn modelId="{AE1279A0-81A3-42CA-9555-51F80795C3CF}" type="presOf" srcId="{AEED3C83-AD12-40BC-A321-7A95B9D1A87D}" destId="{8D19489F-5E04-4BAD-BC2E-5D45AC70AB57}" srcOrd="0" destOrd="0" presId="urn:microsoft.com/office/officeart/2005/8/layout/hList7#1"/>
    <dgm:cxn modelId="{15C8D10C-56B7-429F-8600-6B3ADD510F86}" type="presOf" srcId="{D8FB7A50-E4CD-4E97-B7B8-F47C59773F45}" destId="{286FF68A-1E25-4993-A503-DFC220479077}" srcOrd="1" destOrd="0" presId="urn:microsoft.com/office/officeart/2005/8/layout/hList7#1"/>
    <dgm:cxn modelId="{21BD2E3C-40CD-4B8D-9283-FA309C0E82FA}" type="presOf" srcId="{AEED3C83-AD12-40BC-A321-7A95B9D1A87D}" destId="{3CD45324-12CB-4997-BCF8-0F47B9D84F5F}" srcOrd="1" destOrd="0" presId="urn:microsoft.com/office/officeart/2005/8/layout/hList7#1"/>
    <dgm:cxn modelId="{D1732026-18DD-4A7D-A298-47FE849AFC6C}" type="presOf" srcId="{D8FB7A50-E4CD-4E97-B7B8-F47C59773F45}" destId="{9B835FDD-7C42-4272-95EA-4B2841E17ADC}" srcOrd="0" destOrd="0" presId="urn:microsoft.com/office/officeart/2005/8/layout/hList7#1"/>
    <dgm:cxn modelId="{111666CE-0DF7-43CB-A9E0-BC84758DAA81}" type="presOf" srcId="{048A4B69-5E5C-4856-904A-764E2B26F2DC}" destId="{F08D8B5A-5BB6-4345-9C7A-63815842CB27}" srcOrd="0" destOrd="0" presId="urn:microsoft.com/office/officeart/2005/8/layout/hList7#1"/>
    <dgm:cxn modelId="{B129CF48-0D54-4539-AB17-A9AEBECF7177}" srcId="{C241C7E9-19E4-4E8B-A825-B10D12F0986B}" destId="{1CC903E7-B90B-4DFF-A03A-36099C1F3C49}" srcOrd="0" destOrd="0" parTransId="{40E01A6A-82E3-4B21-A2CC-5763EB77D3E0}" sibTransId="{3BA5C15D-AF8E-4DA5-B7D6-8F68868F3F19}"/>
    <dgm:cxn modelId="{AE729002-1F82-4549-A7CF-44B35CFC547D}" type="presOf" srcId="{1CC903E7-B90B-4DFF-A03A-36099C1F3C49}" destId="{E1E36E1B-CE88-4E2D-9F43-658F25B4372E}" srcOrd="0" destOrd="0" presId="urn:microsoft.com/office/officeart/2005/8/layout/hList7#1"/>
    <dgm:cxn modelId="{62B03DAE-25F2-48C4-869F-0A37A59C176D}" type="presOf" srcId="{1CC903E7-B90B-4DFF-A03A-36099C1F3C49}" destId="{6ED44D33-4806-43B4-BEF8-03CF79EAC617}" srcOrd="1" destOrd="0" presId="urn:microsoft.com/office/officeart/2005/8/layout/hList7#1"/>
    <dgm:cxn modelId="{0228C1E7-4085-4F03-8892-95E456CAB56A}" srcId="{C241C7E9-19E4-4E8B-A825-B10D12F0986B}" destId="{1B83D00D-96FF-4858-9B1F-1193A26D27BE}" srcOrd="3" destOrd="0" parTransId="{0EB44B86-0BB6-4E82-B734-1431D7F94859}" sibTransId="{5EE91E59-30CB-4261-BE0F-7BA5B200AD4F}"/>
    <dgm:cxn modelId="{03C189CE-CD95-4FC9-B561-AA7F5050F32D}" type="presOf" srcId="{048A4B69-5E5C-4856-904A-764E2B26F2DC}" destId="{C98E3360-C31F-4460-A53B-3EA4657DAD58}" srcOrd="1" destOrd="0" presId="urn:microsoft.com/office/officeart/2005/8/layout/hList7#1"/>
    <dgm:cxn modelId="{96A07027-DBC2-4B37-BB7A-6350A9EC709D}" type="presOf" srcId="{B59608D8-596A-46A3-A395-9A959C5D966D}" destId="{D572F40F-886F-49CD-99EA-F3144CE2A9C8}" srcOrd="0" destOrd="0" presId="urn:microsoft.com/office/officeart/2005/8/layout/hList7#1"/>
    <dgm:cxn modelId="{FF5BD5B1-0946-4E68-A232-7973F74365D7}" type="presParOf" srcId="{60DFD75A-A9A5-4D3D-8BF4-282BE9393AE9}" destId="{EF30296D-DF11-4DD3-9C19-56FE0AD608A8}" srcOrd="0" destOrd="0" presId="urn:microsoft.com/office/officeart/2005/8/layout/hList7#1"/>
    <dgm:cxn modelId="{E494CBA5-A15D-499E-8B77-AD7DF25E1AE6}" type="presParOf" srcId="{60DFD75A-A9A5-4D3D-8BF4-282BE9393AE9}" destId="{27253E5E-B445-4116-8782-92A5C96B3187}" srcOrd="1" destOrd="0" presId="urn:microsoft.com/office/officeart/2005/8/layout/hList7#1"/>
    <dgm:cxn modelId="{781998AF-CD36-4E54-9B82-1C72B8824E77}" type="presParOf" srcId="{27253E5E-B445-4116-8782-92A5C96B3187}" destId="{E95A234B-1586-4E4D-A49A-9BE8B2CD0C99}" srcOrd="0" destOrd="0" presId="urn:microsoft.com/office/officeart/2005/8/layout/hList7#1"/>
    <dgm:cxn modelId="{EEF6C276-9332-488F-AFEF-0802075B2103}" type="presParOf" srcId="{E95A234B-1586-4E4D-A49A-9BE8B2CD0C99}" destId="{E1E36E1B-CE88-4E2D-9F43-658F25B4372E}" srcOrd="0" destOrd="0" presId="urn:microsoft.com/office/officeart/2005/8/layout/hList7#1"/>
    <dgm:cxn modelId="{AAC77AC8-2D97-449B-9FF2-AE3C12EB7B99}" type="presParOf" srcId="{E95A234B-1586-4E4D-A49A-9BE8B2CD0C99}" destId="{6ED44D33-4806-43B4-BEF8-03CF79EAC617}" srcOrd="1" destOrd="0" presId="urn:microsoft.com/office/officeart/2005/8/layout/hList7#1"/>
    <dgm:cxn modelId="{F266050B-E3A9-47FE-88D1-907A031B98A5}" type="presParOf" srcId="{E95A234B-1586-4E4D-A49A-9BE8B2CD0C99}" destId="{29C8C55D-4F0F-483E-BCA0-B0D298564002}" srcOrd="2" destOrd="0" presId="urn:microsoft.com/office/officeart/2005/8/layout/hList7#1"/>
    <dgm:cxn modelId="{3DF4E6FB-C89A-4112-9FCF-177CA1BE1C1A}" type="presParOf" srcId="{E95A234B-1586-4E4D-A49A-9BE8B2CD0C99}" destId="{C2E1C513-E19C-463C-A4BF-84700421BAEC}" srcOrd="3" destOrd="0" presId="urn:microsoft.com/office/officeart/2005/8/layout/hList7#1"/>
    <dgm:cxn modelId="{61010E3F-A3DE-4D08-B796-599A9BE7F704}" type="presParOf" srcId="{27253E5E-B445-4116-8782-92A5C96B3187}" destId="{AF8DFDBD-6FAE-4CCD-B137-9BFFD55BB45E}" srcOrd="1" destOrd="0" presId="urn:microsoft.com/office/officeart/2005/8/layout/hList7#1"/>
    <dgm:cxn modelId="{80FB8E38-D3CC-4C24-ABA0-7634EC4C49DF}" type="presParOf" srcId="{27253E5E-B445-4116-8782-92A5C96B3187}" destId="{59278981-B67F-4A93-8AD7-863EA8ABB62B}" srcOrd="2" destOrd="0" presId="urn:microsoft.com/office/officeart/2005/8/layout/hList7#1"/>
    <dgm:cxn modelId="{5EFF48F7-D326-43A8-BA7F-7EBC6C1F4DC5}" type="presParOf" srcId="{59278981-B67F-4A93-8AD7-863EA8ABB62B}" destId="{8D19489F-5E04-4BAD-BC2E-5D45AC70AB57}" srcOrd="0" destOrd="0" presId="urn:microsoft.com/office/officeart/2005/8/layout/hList7#1"/>
    <dgm:cxn modelId="{12EA7C94-929C-446B-AA48-5D3979E6873C}" type="presParOf" srcId="{59278981-B67F-4A93-8AD7-863EA8ABB62B}" destId="{3CD45324-12CB-4997-BCF8-0F47B9D84F5F}" srcOrd="1" destOrd="0" presId="urn:microsoft.com/office/officeart/2005/8/layout/hList7#1"/>
    <dgm:cxn modelId="{542B78B6-FE5F-4F7E-80D8-3E7783C8FD8A}" type="presParOf" srcId="{59278981-B67F-4A93-8AD7-863EA8ABB62B}" destId="{B297C1F5-EFB5-4A95-A91F-85FCBE3DB522}" srcOrd="2" destOrd="0" presId="urn:microsoft.com/office/officeart/2005/8/layout/hList7#1"/>
    <dgm:cxn modelId="{74A83F5A-30D5-45D2-B1F8-08D2650B96CA}" type="presParOf" srcId="{59278981-B67F-4A93-8AD7-863EA8ABB62B}" destId="{FEE4DB53-5FAA-4CF8-BEE9-D8A42809F0F6}" srcOrd="3" destOrd="0" presId="urn:microsoft.com/office/officeart/2005/8/layout/hList7#1"/>
    <dgm:cxn modelId="{EA9EFF6A-44FF-4531-B9A5-B69470961839}" type="presParOf" srcId="{27253E5E-B445-4116-8782-92A5C96B3187}" destId="{B2BDA26C-68BF-423C-93C6-3A99E035E7C1}" srcOrd="3" destOrd="0" presId="urn:microsoft.com/office/officeart/2005/8/layout/hList7#1"/>
    <dgm:cxn modelId="{213BB80A-D5EB-46FD-8938-1EB21CE17907}" type="presParOf" srcId="{27253E5E-B445-4116-8782-92A5C96B3187}" destId="{FCF3B46D-5517-45E1-87BF-433F1AC80221}" srcOrd="4" destOrd="0" presId="urn:microsoft.com/office/officeart/2005/8/layout/hList7#1"/>
    <dgm:cxn modelId="{633FF871-8C5B-4291-83BC-93E79849C04A}" type="presParOf" srcId="{FCF3B46D-5517-45E1-87BF-433F1AC80221}" destId="{9B835FDD-7C42-4272-95EA-4B2841E17ADC}" srcOrd="0" destOrd="0" presId="urn:microsoft.com/office/officeart/2005/8/layout/hList7#1"/>
    <dgm:cxn modelId="{1BD79950-6D1F-4DAF-88BF-0BFA8A307D9E}" type="presParOf" srcId="{FCF3B46D-5517-45E1-87BF-433F1AC80221}" destId="{286FF68A-1E25-4993-A503-DFC220479077}" srcOrd="1" destOrd="0" presId="urn:microsoft.com/office/officeart/2005/8/layout/hList7#1"/>
    <dgm:cxn modelId="{DA367CA6-DB82-41D6-9B49-6237EAB637F2}" type="presParOf" srcId="{FCF3B46D-5517-45E1-87BF-433F1AC80221}" destId="{E0D22CE3-D2DF-4C5A-9950-E8314ACD77A1}" srcOrd="2" destOrd="0" presId="urn:microsoft.com/office/officeart/2005/8/layout/hList7#1"/>
    <dgm:cxn modelId="{E52538CA-7044-4641-BD1D-88893D4A4E29}" type="presParOf" srcId="{FCF3B46D-5517-45E1-87BF-433F1AC80221}" destId="{3CEC0FEA-73CD-480B-A378-AB6AD7358611}" srcOrd="3" destOrd="0" presId="urn:microsoft.com/office/officeart/2005/8/layout/hList7#1"/>
    <dgm:cxn modelId="{2DA3ADE5-4ACB-420B-A134-1C62854F01F3}" type="presParOf" srcId="{27253E5E-B445-4116-8782-92A5C96B3187}" destId="{D572F40F-886F-49CD-99EA-F3144CE2A9C8}" srcOrd="5" destOrd="0" presId="urn:microsoft.com/office/officeart/2005/8/layout/hList7#1"/>
    <dgm:cxn modelId="{5E9B462B-B42E-4C20-90F6-0747432CDF8E}" type="presParOf" srcId="{27253E5E-B445-4116-8782-92A5C96B3187}" destId="{F46050DC-FECE-4799-BE62-418F4A47FE86}" srcOrd="6" destOrd="0" presId="urn:microsoft.com/office/officeart/2005/8/layout/hList7#1"/>
    <dgm:cxn modelId="{1E092F13-7D80-49C9-A597-3BCBB01B26F3}" type="presParOf" srcId="{F46050DC-FECE-4799-BE62-418F4A47FE86}" destId="{423504ED-20D3-4595-B796-CEABDD6D9473}" srcOrd="0" destOrd="0" presId="urn:microsoft.com/office/officeart/2005/8/layout/hList7#1"/>
    <dgm:cxn modelId="{FF6F6DB3-70A4-4C94-BFBA-7D20D42C3CFB}" type="presParOf" srcId="{F46050DC-FECE-4799-BE62-418F4A47FE86}" destId="{66707C98-A813-4AD6-B4D3-494B604D3F01}" srcOrd="1" destOrd="0" presId="urn:microsoft.com/office/officeart/2005/8/layout/hList7#1"/>
    <dgm:cxn modelId="{6B9F9B0C-9363-42F5-B2C0-EFAC4D506C44}" type="presParOf" srcId="{F46050DC-FECE-4799-BE62-418F4A47FE86}" destId="{A821373D-2106-40C0-B194-BECEC6A68A53}" srcOrd="2" destOrd="0" presId="urn:microsoft.com/office/officeart/2005/8/layout/hList7#1"/>
    <dgm:cxn modelId="{6DAA70F3-4FDB-43FD-A461-DFF3E7121EE0}" type="presParOf" srcId="{F46050DC-FECE-4799-BE62-418F4A47FE86}" destId="{48248206-6E82-4C1F-A0E6-DAD423F49CB0}" srcOrd="3" destOrd="0" presId="urn:microsoft.com/office/officeart/2005/8/layout/hList7#1"/>
    <dgm:cxn modelId="{9E884760-D025-4FF7-AAC0-E32B0ECBD59A}" type="presParOf" srcId="{27253E5E-B445-4116-8782-92A5C96B3187}" destId="{3F3C3000-C323-490F-A9BB-183A202CF458}" srcOrd="7" destOrd="0" presId="urn:microsoft.com/office/officeart/2005/8/layout/hList7#1"/>
    <dgm:cxn modelId="{3503C04C-3A5F-479E-8C06-D20AFC451BE9}" type="presParOf" srcId="{27253E5E-B445-4116-8782-92A5C96B3187}" destId="{E7C4818A-F944-4B54-99C7-AD4AE7A9072C}" srcOrd="8" destOrd="0" presId="urn:microsoft.com/office/officeart/2005/8/layout/hList7#1"/>
    <dgm:cxn modelId="{AF06D0BD-0FE2-4B4C-B9A3-90A488D0DB59}" type="presParOf" srcId="{E7C4818A-F944-4B54-99C7-AD4AE7A9072C}" destId="{F08D8B5A-5BB6-4345-9C7A-63815842CB27}" srcOrd="0" destOrd="0" presId="urn:microsoft.com/office/officeart/2005/8/layout/hList7#1"/>
    <dgm:cxn modelId="{B758E59B-CA78-487F-98C1-B96C1E1DF0E8}" type="presParOf" srcId="{E7C4818A-F944-4B54-99C7-AD4AE7A9072C}" destId="{C98E3360-C31F-4460-A53B-3EA4657DAD58}" srcOrd="1" destOrd="0" presId="urn:microsoft.com/office/officeart/2005/8/layout/hList7#1"/>
    <dgm:cxn modelId="{4EF1A487-D104-4069-8524-B4FFFE8CD159}" type="presParOf" srcId="{E7C4818A-F944-4B54-99C7-AD4AE7A9072C}" destId="{D88431B3-4454-4BA3-96C0-85895A04AF47}" srcOrd="2" destOrd="0" presId="urn:microsoft.com/office/officeart/2005/8/layout/hList7#1"/>
    <dgm:cxn modelId="{D681CF62-3B72-4497-B89E-6E06C3B8E666}" type="presParOf" srcId="{E7C4818A-F944-4B54-99C7-AD4AE7A9072C}" destId="{19F20818-5689-44A7-A06E-6A6A297B765E}" srcOrd="3" destOrd="0" presId="urn:microsoft.com/office/officeart/2005/8/layout/hList7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#1">
  <dgm:title val=""/>
  <dgm:desc val=""/>
  <dgm:catLst>
    <dgm:cat type="list" pri="12000"/>
    <dgm:cat type="process" pri="20000"/>
    <dgm:cat type="relationship" pri="14000"/>
    <dgm:cat type="convert" pri="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 dirty="0"/>
              <a:t>10/30/2017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err="1"/>
              <a:t>Janaka</a:t>
            </a:r>
            <a:r>
              <a:rPr lang="en-US" dirty="0"/>
              <a:t> </a:t>
            </a:r>
            <a:r>
              <a:rPr lang="en-US" dirty="0" err="1"/>
              <a:t>Rajakaruna</a:t>
            </a:r>
            <a:r>
              <a:rPr lang="en-US" dirty="0"/>
              <a:t> –ATI, </a:t>
            </a:r>
            <a:r>
              <a:rPr lang="en-US" dirty="0" err="1"/>
              <a:t>Dehiwala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12A269-7B69-4BF1-9596-5810FCB20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0097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96D030-A517-4755-842F-F0344B6BC535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061362-0E92-40F3-9F4C-C8E58336F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620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E0067-C206-4C92-BFFA-60D34B2EA0C0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5F20F-9AE3-419A-821D-602EAF11E961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7C41E-EBD2-42B3-9CB6-03756827793F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66AC2-9105-457B-B0FC-293712EB24A9}" type="datetime1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AB696-F69B-4C33-9D90-C896CCF76C8C}" type="datetime1">
              <a:rPr lang="en-US" smtClean="0"/>
              <a:t>3/18/2024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D6169-F6DF-4EA9-BC57-A034BAF002AE}" type="datetime1">
              <a:rPr lang="en-US" smtClean="0"/>
              <a:t>3/18/2024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40AD-42C1-4BFC-8638-1CFB8B7E5B0A}" type="datetime1">
              <a:rPr lang="en-US" smtClean="0"/>
              <a:t>3/18/2024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E336D-67E7-40AA-A437-CABD2C391E70}" type="datetime1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99A40-9FB4-4368-B542-516D39F011E5}" type="datetime1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2F3B0-F1DB-4154-B049-F065B767EE07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259A6-51DA-4526-A6B0-7DB4AB0C481E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F7698-6A49-450E-BBCB-2751A7E4C20B}" type="datetime1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/>
              <a:t>Introduction to computer programs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HNDIT2012 Fundamentals of Computer Programming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838A4CF-5CE6-4365-3D68-F15C0345C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D58682A-D775-5BDE-1730-A27D0C787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1"/>
            <a:ext cx="8229600" cy="12192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 algn="just">
              <a:buNone/>
            </a:pPr>
            <a:r>
              <a:rPr lang="en-US" dirty="0"/>
              <a:t>Programmable electronic machine which working under a given set of instruction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0522714-0E46-99E5-48EF-98A449C84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EC6E1A3B-E74D-6CE9-3B27-4B0EB60D6697}"/>
              </a:ext>
            </a:extLst>
          </p:cNvPr>
          <p:cNvSpPr txBox="1">
            <a:spLocks/>
          </p:cNvSpPr>
          <p:nvPr/>
        </p:nvSpPr>
        <p:spPr>
          <a:xfrm>
            <a:off x="457200" y="3581400"/>
            <a:ext cx="8229600" cy="1371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itchFamily="34" charset="0"/>
              <a:buNone/>
            </a:pPr>
            <a:r>
              <a:rPr lang="en-US"/>
              <a:t>Computer program is a set of instructions to execute by computer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702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630362"/>
          </a:xfrm>
        </p:spPr>
        <p:txBody>
          <a:bodyPr>
            <a:normAutofit/>
          </a:bodyPr>
          <a:lstStyle/>
          <a:p>
            <a:r>
              <a:rPr lang="en-US" dirty="0"/>
              <a:t>Computer Programming Language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828801"/>
            <a:ext cx="8229600" cy="1219199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 algn="just">
              <a:buNone/>
            </a:pPr>
            <a:r>
              <a:rPr lang="en-US" dirty="0"/>
              <a:t>Programming Language is a language designed to communicate with computer</a:t>
            </a:r>
          </a:p>
          <a:p>
            <a:endParaRPr lang="en-US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="" xmlns:a16="http://schemas.microsoft.com/office/drawing/2014/main" id="{ED246A1E-63EE-55FB-1BB3-7D1F6D9B4456}"/>
              </a:ext>
            </a:extLst>
          </p:cNvPr>
          <p:cNvSpPr txBox="1">
            <a:spLocks/>
          </p:cNvSpPr>
          <p:nvPr/>
        </p:nvSpPr>
        <p:spPr>
          <a:xfrm>
            <a:off x="457200" y="3429000"/>
            <a:ext cx="8229600" cy="2667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Because computer is an electronic machine, it can only understand voltage levels </a:t>
            </a:r>
          </a:p>
          <a:p>
            <a:pPr lvl="1" algn="just"/>
            <a:r>
              <a:rPr lang="en-US" dirty="0"/>
              <a:t>0 to represent lower voltage level </a:t>
            </a:r>
          </a:p>
          <a:p>
            <a:pPr lvl="1" algn="just"/>
            <a:r>
              <a:rPr lang="en-US" dirty="0"/>
              <a:t>1 to represent higher voltage level</a:t>
            </a:r>
          </a:p>
          <a:p>
            <a:pPr algn="just"/>
            <a:r>
              <a:rPr lang="en-US" dirty="0"/>
              <a:t>This language is known as machine language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630362"/>
          </a:xfrm>
        </p:spPr>
        <p:txBody>
          <a:bodyPr>
            <a:normAutofit/>
          </a:bodyPr>
          <a:lstStyle/>
          <a:p>
            <a:r>
              <a:rPr lang="en-US" dirty="0"/>
              <a:t>Components of a Language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178491"/>
          </a:xfrm>
        </p:spPr>
        <p:txBody>
          <a:bodyPr/>
          <a:lstStyle/>
          <a:p>
            <a:r>
              <a:rPr lang="en-US" dirty="0"/>
              <a:t>Semantics</a:t>
            </a:r>
          </a:p>
          <a:p>
            <a:pPr lvl="1"/>
            <a:r>
              <a:rPr lang="en-US" dirty="0"/>
              <a:t>Meaning</a:t>
            </a:r>
          </a:p>
          <a:p>
            <a:endParaRPr lang="en-US" dirty="0"/>
          </a:p>
          <a:p>
            <a:r>
              <a:rPr lang="en-US" dirty="0"/>
              <a:t>Syntax</a:t>
            </a:r>
          </a:p>
          <a:p>
            <a:pPr lvl="1"/>
            <a:r>
              <a:rPr lang="en-US" dirty="0"/>
              <a:t>How the meaning is presented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827361A-ABEB-1164-5698-7942CD2EC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Generation of Programming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5ECFD13-52EB-FB99-67E4-72CE51D4A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816475"/>
          </a:xfrm>
        </p:spPr>
        <p:txBody>
          <a:bodyPr>
            <a:normAutofit/>
          </a:bodyPr>
          <a:lstStyle/>
          <a:p>
            <a:r>
              <a:rPr lang="en-US" sz="2400" dirty="0"/>
              <a:t>First-Generation Languages : </a:t>
            </a:r>
          </a:p>
          <a:p>
            <a:pPr lvl="1"/>
            <a:r>
              <a:rPr lang="en-US" sz="1800" dirty="0"/>
              <a:t>These are low-level languages like machine language. </a:t>
            </a:r>
          </a:p>
          <a:p>
            <a:r>
              <a:rPr lang="en-US" sz="2400" dirty="0"/>
              <a:t>Second-Generation Languages : </a:t>
            </a:r>
          </a:p>
          <a:p>
            <a:pPr lvl="1"/>
            <a:r>
              <a:rPr lang="en-US" sz="1800" dirty="0"/>
              <a:t>These are low-level assembly languages used in kernels and hardware drives. </a:t>
            </a:r>
          </a:p>
          <a:p>
            <a:r>
              <a:rPr lang="en-US" sz="2400" dirty="0"/>
              <a:t>Third-Generation Languages : </a:t>
            </a:r>
          </a:p>
          <a:p>
            <a:pPr lvl="1"/>
            <a:r>
              <a:rPr lang="en-US" sz="1800" dirty="0"/>
              <a:t>These are high-level languages like C, C++, Java, Visual Basic, and JavaScript. </a:t>
            </a:r>
          </a:p>
          <a:p>
            <a:r>
              <a:rPr lang="en-US" sz="2400" dirty="0"/>
              <a:t>Fourth Generation Languages : </a:t>
            </a:r>
          </a:p>
          <a:p>
            <a:pPr lvl="1"/>
            <a:r>
              <a:rPr lang="en-US" sz="1800" dirty="0"/>
              <a:t>These are languages that consist of statements that are similar to statements in the human language. These are used mainly in database programming and scripting</a:t>
            </a:r>
            <a:r>
              <a:rPr lang="si-LK" sz="1800" dirty="0"/>
              <a:t>, </a:t>
            </a:r>
            <a:r>
              <a:rPr lang="en-US" sz="1800" dirty="0"/>
              <a:t>like Perl, Python, Ruby, SQL, and </a:t>
            </a:r>
            <a:r>
              <a:rPr lang="en-US" sz="1800" dirty="0" err="1"/>
              <a:t>MatLab</a:t>
            </a:r>
            <a:endParaRPr lang="en-US" sz="1800" dirty="0"/>
          </a:p>
          <a:p>
            <a:r>
              <a:rPr lang="en-US" sz="2400" dirty="0"/>
              <a:t>Fifth Generation Languages : </a:t>
            </a:r>
          </a:p>
          <a:p>
            <a:pPr lvl="1"/>
            <a:r>
              <a:rPr lang="en-US" sz="1800" dirty="0"/>
              <a:t>These are the programming languages that have visual tools to develop a program like, Mercury, OPS5, and Prolog.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999F4B9-3E65-85FE-9F16-A0724E3A8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571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Generation of Programming Languages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05000"/>
          <a:ext cx="8229600" cy="4221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/>
          <p:cNvSpPr/>
          <p:nvPr/>
        </p:nvSpPr>
        <p:spPr>
          <a:xfrm>
            <a:off x="2171700" y="5211925"/>
            <a:ext cx="1295400" cy="762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Low level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="" xmlns:a16="http://schemas.microsoft.com/office/drawing/2014/main" id="{689E2237-D75C-FFD9-4327-8838D4103608}"/>
              </a:ext>
            </a:extLst>
          </p:cNvPr>
          <p:cNvSpPr/>
          <p:nvPr/>
        </p:nvSpPr>
        <p:spPr>
          <a:xfrm>
            <a:off x="3733800" y="5334000"/>
            <a:ext cx="3733800" cy="5334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181600" y="5219700"/>
            <a:ext cx="1295400" cy="762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High level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724400"/>
          </a:xfrm>
        </p:spPr>
        <p:txBody>
          <a:bodyPr/>
          <a:lstStyle/>
          <a:p>
            <a:pPr lvl="0"/>
            <a:r>
              <a:rPr lang="en-US" b="1" dirty="0"/>
              <a:t>Interpreting</a:t>
            </a:r>
          </a:p>
          <a:p>
            <a:pPr marL="0" lvl="0" indent="0">
              <a:buNone/>
            </a:pPr>
            <a:r>
              <a:rPr lang="en-US" dirty="0"/>
              <a:t>	Instructions are translated and executed 	one after one.</a:t>
            </a:r>
          </a:p>
          <a:p>
            <a:pPr marL="0" lvl="0" indent="0">
              <a:buNone/>
            </a:pPr>
            <a:r>
              <a:rPr lang="en-US"/>
              <a:t>	HTML, </a:t>
            </a:r>
            <a:endParaRPr lang="en-US" dirty="0"/>
          </a:p>
          <a:p>
            <a:pPr lvl="0"/>
            <a:r>
              <a:rPr lang="en-US" b="1" dirty="0"/>
              <a:t>Compiling </a:t>
            </a:r>
          </a:p>
          <a:p>
            <a:pPr lvl="1"/>
            <a:r>
              <a:rPr lang="en-US" dirty="0"/>
              <a:t>Translate all the instructions of the program in a one step and create an executable file. </a:t>
            </a:r>
          </a:p>
          <a:p>
            <a:pPr lvl="1"/>
            <a:r>
              <a:rPr lang="en-US" dirty="0"/>
              <a:t>Some languages create intermediate form known byte code (java)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Interpreter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just"/>
            <a:r>
              <a:rPr lang="en-US" dirty="0"/>
              <a:t>converts source code statements into equivalent machine language statements  and execute.</a:t>
            </a:r>
          </a:p>
          <a:p>
            <a:pPr algn="just"/>
            <a:r>
              <a:rPr lang="en-US" dirty="0"/>
              <a:t>Source program is required for every execution</a:t>
            </a:r>
          </a:p>
          <a:p>
            <a:pPr algn="just"/>
            <a:r>
              <a:rPr lang="en-US" dirty="0"/>
              <a:t>Slow execution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Compiler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algn="just"/>
            <a:r>
              <a:rPr lang="en-US" dirty="0"/>
              <a:t>Once all errors have been corrected translates the entire source code as a single unit. </a:t>
            </a:r>
          </a:p>
          <a:p>
            <a:pPr algn="just"/>
            <a:r>
              <a:rPr lang="en-US" dirty="0"/>
              <a:t>After the compilation process the source program is no more required </a:t>
            </a:r>
          </a:p>
          <a:p>
            <a:pPr algn="just"/>
            <a:r>
              <a:rPr lang="en-US" dirty="0"/>
              <a:t>Faster execution</a:t>
            </a:r>
          </a:p>
        </p:txBody>
      </p:sp>
    </p:spTree>
    <p:extLst>
      <p:ext uri="{BB962C8B-B14F-4D97-AF65-F5344CB8AC3E}">
        <p14:creationId xmlns:p14="http://schemas.microsoft.com/office/powerpoint/2010/main" val="1408697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895600"/>
            <a:ext cx="8229600" cy="1143000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Java Programming Language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052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Java is working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 Code</a:t>
            </a:r>
          </a:p>
          <a:p>
            <a:pPr lvl="1"/>
            <a:r>
              <a:rPr lang="en-US" dirty="0"/>
              <a:t>Source code is plain text</a:t>
            </a:r>
          </a:p>
          <a:p>
            <a:pPr lvl="1"/>
            <a:r>
              <a:rPr lang="en-US" dirty="0"/>
              <a:t>File name extension is .java</a:t>
            </a:r>
          </a:p>
          <a:p>
            <a:pPr lvl="1"/>
            <a:r>
              <a:rPr lang="en-US" dirty="0"/>
              <a:t>Compiler is </a:t>
            </a:r>
            <a:r>
              <a:rPr lang="en-US" dirty="0" err="1"/>
              <a:t>Javac</a:t>
            </a:r>
            <a:endParaRPr lang="en-US" dirty="0"/>
          </a:p>
          <a:p>
            <a:pPr lvl="1"/>
            <a:r>
              <a:rPr lang="en-US" dirty="0"/>
              <a:t>Object code/byte code extension is .class 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4" name="Picture 3" descr="Figure showing MyProgram.java, compiler, MyProgram.class, Java VM, and My Program running on a computer.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1378" y="4648200"/>
            <a:ext cx="8401622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48413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165071"/>
            <a:ext cx="7848600" cy="5658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/>
          <a:lstStyle/>
          <a:p>
            <a:r>
              <a:rPr lang="en-US" dirty="0"/>
              <a:t>How Java is working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="" xmlns:a16="http://schemas.microsoft.com/office/drawing/2014/main" id="{34DB86E3-AC3B-4C4B-945D-EED4FFA27112}"/>
              </a:ext>
            </a:extLst>
          </p:cNvPr>
          <p:cNvSpPr/>
          <p:nvPr/>
        </p:nvSpPr>
        <p:spPr>
          <a:xfrm>
            <a:off x="6400800" y="1882775"/>
            <a:ext cx="2133600" cy="2057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Write Once, Run Anywhere.</a:t>
            </a:r>
          </a:p>
        </p:txBody>
      </p:sp>
    </p:spTree>
    <p:extLst>
      <p:ext uri="{BB962C8B-B14F-4D97-AF65-F5344CB8AC3E}">
        <p14:creationId xmlns:p14="http://schemas.microsoft.com/office/powerpoint/2010/main" val="1779892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dirty="0"/>
              <a:t>Java Virtual Machine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382000" cy="4525963"/>
          </a:xfrm>
        </p:spPr>
        <p:txBody>
          <a:bodyPr/>
          <a:lstStyle/>
          <a:p>
            <a:r>
              <a:rPr lang="fr-FR" dirty="0"/>
              <a:t>Collection of software components </a:t>
            </a:r>
            <a:r>
              <a:rPr lang="en-US" dirty="0"/>
              <a:t>that enables a computer to run a Java program</a:t>
            </a:r>
            <a:endParaRPr lang="fr-FR" dirty="0"/>
          </a:p>
          <a:p>
            <a:r>
              <a:rPr lang="fr-FR" dirty="0"/>
              <a:t>Lods , Versifies and </a:t>
            </a:r>
            <a:r>
              <a:rPr lang="fr-FR" dirty="0" err="1" smtClean="0"/>
              <a:t>execute</a:t>
            </a:r>
            <a:r>
              <a:rPr lang="fr-FR" dirty="0" smtClean="0"/>
              <a:t> </a:t>
            </a:r>
            <a:r>
              <a:rPr lang="fr-FR" dirty="0"/>
              <a:t>code</a:t>
            </a:r>
          </a:p>
          <a:p>
            <a:r>
              <a:rPr lang="en-US" dirty="0"/>
              <a:t>Interpreter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provides</a:t>
            </a:r>
            <a:r>
              <a:rPr lang="fr-FR" dirty="0"/>
              <a:t> runtime environnent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26" name="Picture 2" descr="http://www.javacoffeebreak.com/articles/inside_java/dec99figuretwo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733800"/>
            <a:ext cx="3895725" cy="312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04800" y="4267200"/>
            <a:ext cx="419100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dirty="0"/>
              <a:t>Virtual machine is a software that emulate a computer system, which provide functionality of a physical computer</a:t>
            </a:r>
          </a:p>
        </p:txBody>
      </p:sp>
    </p:spTree>
    <p:extLst>
      <p:ext uri="{BB962C8B-B14F-4D97-AF65-F5344CB8AC3E}">
        <p14:creationId xmlns:p14="http://schemas.microsoft.com/office/powerpoint/2010/main" val="1436721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 of </a:t>
            </a:r>
            <a:r>
              <a:rPr lang="en-US" smtClean="0"/>
              <a:t>Java Language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Case sensitive</a:t>
            </a:r>
          </a:p>
          <a:p>
            <a:pPr lvl="1"/>
            <a:r>
              <a:rPr lang="en-US" dirty="0"/>
              <a:t>Compiler recognize the deferent between simple and capital letters</a:t>
            </a:r>
          </a:p>
          <a:p>
            <a:r>
              <a:rPr lang="en-US" b="1" dirty="0"/>
              <a:t>Secure</a:t>
            </a:r>
          </a:p>
          <a:p>
            <a:pPr lvl="1"/>
            <a:r>
              <a:rPr lang="en-US" dirty="0"/>
              <a:t>When this byte codes are executed , the JVM can take care of the security.</a:t>
            </a:r>
          </a:p>
          <a:p>
            <a:r>
              <a:rPr lang="en-US" b="1" dirty="0"/>
              <a:t>Robust</a:t>
            </a:r>
          </a:p>
          <a:p>
            <a:pPr lvl="1"/>
            <a:r>
              <a:rPr lang="en-US" dirty="0"/>
              <a:t>Strong memory management</a:t>
            </a:r>
          </a:p>
          <a:p>
            <a:pPr lvl="1"/>
            <a:r>
              <a:rPr lang="en-US" dirty="0"/>
              <a:t>Exception handling mechanism </a:t>
            </a:r>
          </a:p>
          <a:p>
            <a:pPr lvl="1"/>
            <a:r>
              <a:rPr lang="en-US" dirty="0"/>
              <a:t>Type checking mechanism</a:t>
            </a:r>
          </a:p>
          <a:p>
            <a:r>
              <a:rPr lang="en-US" b="1" dirty="0"/>
              <a:t>Portable</a:t>
            </a:r>
          </a:p>
          <a:p>
            <a:pPr lvl="1"/>
            <a:r>
              <a:rPr lang="en-US" dirty="0"/>
              <a:t>Program written in Java can be run on deferent computing </a:t>
            </a:r>
            <a:r>
              <a:rPr lang="en-US"/>
              <a:t>environments.</a:t>
            </a:r>
          </a:p>
          <a:p>
            <a:r>
              <a:rPr lang="en-US" b="1"/>
              <a:t>Multithreaded</a:t>
            </a:r>
            <a:r>
              <a:rPr lang="en-US"/>
              <a:t>  </a:t>
            </a:r>
            <a:endParaRPr lang="en-US" dirty="0"/>
          </a:p>
          <a:p>
            <a:pPr lvl="1"/>
            <a:r>
              <a:rPr lang="en-US" dirty="0"/>
              <a:t>Java supports parallel processing through execution of multiple threads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985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Java Program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4419600"/>
            <a:ext cx="8229600" cy="1587691"/>
          </a:xfrm>
        </p:spPr>
        <p:txBody>
          <a:bodyPr>
            <a:normAutofit/>
          </a:bodyPr>
          <a:lstStyle/>
          <a:p>
            <a:r>
              <a:rPr lang="en-US" sz="2800" dirty="0"/>
              <a:t>Save with </a:t>
            </a:r>
            <a:r>
              <a:rPr lang="en-US" sz="2800" b="1" dirty="0"/>
              <a:t>.java </a:t>
            </a:r>
            <a:r>
              <a:rPr lang="en-US" sz="2800" dirty="0"/>
              <a:t>extension</a:t>
            </a:r>
          </a:p>
          <a:p>
            <a:r>
              <a:rPr lang="en-US" sz="2800" dirty="0"/>
              <a:t>If a public class is present, the class name should match the file name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533400" y="1447800"/>
            <a:ext cx="8229600" cy="2743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>
            <a:normAutofit/>
          </a:bodyPr>
          <a:lstStyle/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class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HelloWorldApp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   public static void main(String[]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args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{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       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System.out.println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("Hello World!"); // Display the text.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   }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2729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World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1752600"/>
            <a:ext cx="8534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class</a:t>
            </a:r>
            <a:r>
              <a:rPr lang="en-US" sz="2400" dirty="0"/>
              <a:t> keyword is used to declare a class in java.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public</a:t>
            </a:r>
            <a:r>
              <a:rPr lang="en-US" sz="2400" dirty="0"/>
              <a:t> keyword is an access modifier which represents visibility, it means it is visible to all.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static</a:t>
            </a:r>
            <a:r>
              <a:rPr lang="en-US" sz="2400" dirty="0"/>
              <a:t> is a keyword is used to create static method. no need to create object to invoke the static method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void</a:t>
            </a:r>
            <a:r>
              <a:rPr lang="en-US" sz="2400" dirty="0"/>
              <a:t> is the return type of the method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main</a:t>
            </a:r>
            <a:r>
              <a:rPr lang="en-US" sz="2400" dirty="0"/>
              <a:t> represents startup of the program.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String[] </a:t>
            </a:r>
            <a:r>
              <a:rPr lang="en-US" sz="2400" b="1" dirty="0" err="1"/>
              <a:t>args</a:t>
            </a:r>
            <a:r>
              <a:rPr lang="en-US" sz="2400" dirty="0"/>
              <a:t> is used for command line argument.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/>
              <a:t>System.out.println</a:t>
            </a:r>
            <a:r>
              <a:rPr lang="en-US" sz="2400" b="1" dirty="0"/>
              <a:t>()</a:t>
            </a:r>
            <a:r>
              <a:rPr lang="en-US" sz="2400" dirty="0"/>
              <a:t> is used print statement. </a:t>
            </a:r>
          </a:p>
        </p:txBody>
      </p:sp>
    </p:spTree>
    <p:extLst>
      <p:ext uri="{BB962C8B-B14F-4D97-AF65-F5344CB8AC3E}">
        <p14:creationId xmlns:p14="http://schemas.microsoft.com/office/powerpoint/2010/main" val="1147805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457200" y="1600200"/>
            <a:ext cx="8229600" cy="4190999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/>
            <a:r>
              <a:rPr lang="en-US" dirty="0"/>
              <a:t>Statements which are ignored by compiler</a:t>
            </a:r>
          </a:p>
          <a:p>
            <a:pPr algn="just"/>
            <a:r>
              <a:rPr lang="en-US" dirty="0"/>
              <a:t>Used to add explanation of code </a:t>
            </a:r>
          </a:p>
          <a:p>
            <a:pPr algn="just"/>
            <a:r>
              <a:rPr lang="en-US" dirty="0"/>
              <a:t>Make the source code is easier for humans to understand (increase the readability of code</a:t>
            </a:r>
            <a:r>
              <a:rPr lang="en-US" dirty="0" smtClean="0"/>
              <a:t>)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Line comments</a:t>
            </a:r>
          </a:p>
          <a:p>
            <a:pPr marL="393192" lvl="1" indent="0" algn="just">
              <a:buNone/>
            </a:pPr>
            <a:r>
              <a:rPr lang="en-US" dirty="0" smtClean="0"/>
              <a:t>	// </a:t>
            </a:r>
            <a:r>
              <a:rPr lang="en-US" dirty="0"/>
              <a:t>Comments a line of code</a:t>
            </a:r>
          </a:p>
          <a:p>
            <a:pPr algn="just"/>
            <a:r>
              <a:rPr lang="en-US" dirty="0"/>
              <a:t>Block comments</a:t>
            </a:r>
          </a:p>
          <a:p>
            <a:pPr marL="393192" lvl="1" indent="0" algn="just">
              <a:buNone/>
            </a:pPr>
            <a:r>
              <a:rPr lang="en-US" dirty="0" smtClean="0"/>
              <a:t>	/*   </a:t>
            </a:r>
            <a:r>
              <a:rPr lang="en-US" dirty="0"/>
              <a:t>*/ Comments a block of code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199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Escape Sequences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85800" y="1752602"/>
          <a:ext cx="8001000" cy="4067180"/>
        </p:xfrm>
        <a:graphic>
          <a:graphicData uri="http://schemas.openxmlformats.org/drawingml/2006/table">
            <a:tbl>
              <a:tblPr/>
              <a:tblGrid>
                <a:gridCol w="17536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24735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91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Notation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Character represented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0478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\n</a:t>
                      </a:r>
                    </a:p>
                  </a:txBody>
                  <a:tcPr marL="9525" marR="9525" marT="47625" marB="47625" anchor="b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Newline </a:t>
                      </a:r>
                    </a:p>
                  </a:txBody>
                  <a:tcPr marL="9525" marR="9525" marT="47625" marB="47625" anchor="b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40478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\r</a:t>
                      </a:r>
                    </a:p>
                  </a:txBody>
                  <a:tcPr marL="9525" marR="9525" marT="47625" marB="47625" anchor="b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Carriage return</a:t>
                      </a:r>
                    </a:p>
                  </a:txBody>
                  <a:tcPr marL="9525" marR="9525" marT="47625" marB="47625" anchor="b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40478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\b</a:t>
                      </a:r>
                    </a:p>
                  </a:txBody>
                  <a:tcPr marL="9525" marR="9525" marT="47625" marB="47625" anchor="b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Backspace </a:t>
                      </a:r>
                    </a:p>
                  </a:txBody>
                  <a:tcPr marL="9525" marR="9525" marT="47625" marB="47625" anchor="b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40478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\s</a:t>
                      </a:r>
                    </a:p>
                  </a:txBody>
                  <a:tcPr marL="9525" marR="9525" marT="47625" marB="47625" anchor="b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Space </a:t>
                      </a:r>
                    </a:p>
                  </a:txBody>
                  <a:tcPr marL="9525" marR="9525" marT="47625" marB="47625" anchor="b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40478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\t</a:t>
                      </a:r>
                    </a:p>
                  </a:txBody>
                  <a:tcPr marL="9525" marR="9525" marT="47625" marB="47625" anchor="b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tab</a:t>
                      </a:r>
                    </a:p>
                  </a:txBody>
                  <a:tcPr marL="9525" marR="9525" marT="47625" marB="47625" anchor="b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40478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\"</a:t>
                      </a:r>
                    </a:p>
                  </a:txBody>
                  <a:tcPr marL="9525" marR="9525" marT="47625" marB="47625" anchor="b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Double quote</a:t>
                      </a:r>
                    </a:p>
                  </a:txBody>
                  <a:tcPr marL="9525" marR="9525" marT="47625" marB="47625" anchor="b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0478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\'</a:t>
                      </a:r>
                    </a:p>
                  </a:txBody>
                  <a:tcPr marL="9525" marR="9525" marT="47625" marB="47625" anchor="b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Single quote</a:t>
                      </a:r>
                    </a:p>
                  </a:txBody>
                  <a:tcPr marL="9525" marR="9525" marT="47625" marB="47625" anchor="b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40478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\\</a:t>
                      </a:r>
                    </a:p>
                  </a:txBody>
                  <a:tcPr marL="9525" marR="9525" marT="47625" marB="47625" anchor="b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backslash</a:t>
                      </a:r>
                    </a:p>
                  </a:txBody>
                  <a:tcPr marL="9525" marR="9525" marT="47625" marB="47625" anchor="b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668773"/>
      </p:ext>
    </p:extLst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892</TotalTime>
  <Words>506</Words>
  <Application>Microsoft Office PowerPoint</Application>
  <PresentationFormat>On-screen Show (4:3)</PresentationFormat>
  <Paragraphs>138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Iskoola Pota</vt:lpstr>
      <vt:lpstr>Verdana</vt:lpstr>
      <vt:lpstr>Wingdings 3</vt:lpstr>
      <vt:lpstr>HNDIT</vt:lpstr>
      <vt:lpstr>HNDIT2012 Fundamentals of Computer Programming</vt:lpstr>
      <vt:lpstr>Computer </vt:lpstr>
      <vt:lpstr>Computer Programming Language </vt:lpstr>
      <vt:lpstr>Components of a Language </vt:lpstr>
      <vt:lpstr>Generation of Programming Languages</vt:lpstr>
      <vt:lpstr>Generation of Programming Languages</vt:lpstr>
      <vt:lpstr>Translation</vt:lpstr>
      <vt:lpstr>Translators</vt:lpstr>
      <vt:lpstr>Java Programming Language</vt:lpstr>
      <vt:lpstr>How Java is working</vt:lpstr>
      <vt:lpstr>How Java is working</vt:lpstr>
      <vt:lpstr>Java Virtual Machine</vt:lpstr>
      <vt:lpstr>Features of Java Language</vt:lpstr>
      <vt:lpstr>First Java Program</vt:lpstr>
      <vt:lpstr>Hello World</vt:lpstr>
      <vt:lpstr>Comments</vt:lpstr>
      <vt:lpstr>Escape Sequences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in JAVA</dc:title>
  <dc:creator>Janaka</dc:creator>
  <cp:lastModifiedBy>USER</cp:lastModifiedBy>
  <cp:revision>303</cp:revision>
  <dcterms:created xsi:type="dcterms:W3CDTF">2006-08-16T00:00:00Z</dcterms:created>
  <dcterms:modified xsi:type="dcterms:W3CDTF">2024-03-18T11:43:00Z</dcterms:modified>
</cp:coreProperties>
</file>