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70" r:id="rId10"/>
    <p:sldId id="271" r:id="rId11"/>
    <p:sldId id="263" r:id="rId12"/>
    <p:sldId id="272" r:id="rId13"/>
    <p:sldId id="264" r:id="rId14"/>
    <p:sldId id="265" r:id="rId15"/>
    <p:sldId id="266" r:id="rId16"/>
    <p:sldId id="273" r:id="rId17"/>
    <p:sldId id="274" r:id="rId18"/>
    <p:sldId id="267" r:id="rId19"/>
    <p:sldId id="275" r:id="rId20"/>
    <p:sldId id="26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660"/>
  </p:normalViewPr>
  <p:slideViewPr>
    <p:cSldViewPr>
      <p:cViewPr varScale="1">
        <p:scale>
          <a:sx n="108" d="100"/>
          <a:sy n="108" d="100"/>
        </p:scale>
        <p:origin x="1812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4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3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5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8DD56F-A681-4805-A5A2-3EFEAD22C2F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DD56F-A681-4805-A5A2-3EFEAD22C2F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377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914377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914377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Configuration Management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HNDIT 4012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357841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725DE-0787-3626-117C-5B8424A12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57E29-DC3B-2C65-E705-BD4E7E9BF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Define Configuration Management (CM)</a:t>
            </a:r>
          </a:p>
          <a:p>
            <a:r>
              <a:rPr lang="en-US" dirty="0"/>
              <a:t>Explain why Configuration Management is important</a:t>
            </a:r>
          </a:p>
          <a:p>
            <a:r>
              <a:rPr lang="en-US" dirty="0"/>
              <a:t>Describe the four Configuration Management activities</a:t>
            </a:r>
          </a:p>
          <a:p>
            <a:r>
              <a:rPr lang="en-US" dirty="0"/>
              <a:t>Explain Version Management</a:t>
            </a:r>
          </a:p>
          <a:p>
            <a:r>
              <a:rPr lang="en-US" dirty="0"/>
              <a:t>Explain System Building</a:t>
            </a:r>
          </a:p>
          <a:p>
            <a:r>
              <a:rPr lang="en-US" dirty="0"/>
              <a:t>Explain Change Management</a:t>
            </a:r>
          </a:p>
          <a:p>
            <a:r>
              <a:rPr lang="en-US" dirty="0"/>
              <a:t>Explain Release Management</a:t>
            </a:r>
          </a:p>
        </p:txBody>
      </p:sp>
    </p:spTree>
    <p:extLst>
      <p:ext uri="{BB962C8B-B14F-4D97-AF65-F5344CB8AC3E}">
        <p14:creationId xmlns:p14="http://schemas.microsoft.com/office/powerpoint/2010/main" val="2445708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F19E1-4DC2-FC2F-65FD-557CA7BAB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Configuration Management?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3471B-62DF-A804-CA7B-E35EB50D6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Configuration Management (CM) is the collection of policies, processes and tools used to manage changing software systems</a:t>
            </a:r>
          </a:p>
        </p:txBody>
      </p:sp>
    </p:spTree>
    <p:extLst>
      <p:ext uri="{BB962C8B-B14F-4D97-AF65-F5344CB8AC3E}">
        <p14:creationId xmlns:p14="http://schemas.microsoft.com/office/powerpoint/2010/main" val="4227930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48340-8FC1-FAE4-E1A0-C5F10FF4A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is Configuration Management Needed?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B1F6B-8FC8-CCDF-D7FF-B0E9D2510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Bugs are fixed</a:t>
            </a:r>
          </a:p>
          <a:p>
            <a:r>
              <a:rPr lang="en-US" dirty="0"/>
              <a:t>New features are added</a:t>
            </a:r>
          </a:p>
          <a:p>
            <a:r>
              <a:rPr lang="en-US" dirty="0"/>
              <a:t>Customer requirements change</a:t>
            </a:r>
          </a:p>
          <a:p>
            <a:r>
              <a:rPr lang="en-US" dirty="0"/>
              <a:t>Operating systems change</a:t>
            </a:r>
          </a:p>
          <a:p>
            <a:r>
              <a:rPr lang="en-US" dirty="0"/>
              <a:t>Hardware changes</a:t>
            </a:r>
          </a:p>
          <a:p>
            <a:r>
              <a:rPr lang="en-US" dirty="0"/>
              <a:t>Multiple developers work on the same project</a:t>
            </a:r>
          </a:p>
        </p:txBody>
      </p:sp>
    </p:spTree>
    <p:extLst>
      <p:ext uri="{BB962C8B-B14F-4D97-AF65-F5344CB8AC3E}">
        <p14:creationId xmlns:p14="http://schemas.microsoft.com/office/powerpoint/2010/main" val="371918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28A2D-97B5-BF3D-4020-4E718839F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51EAE-86CB-9514-E88C-93F52D25BD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Developers create new code.</a:t>
            </a:r>
          </a:p>
          <a:p>
            <a:r>
              <a:rPr lang="en-US" dirty="0"/>
              <a:t>Testers verify the feature.</a:t>
            </a:r>
          </a:p>
          <a:p>
            <a:r>
              <a:rPr lang="en-US" dirty="0"/>
              <a:t>Managers approve it.</a:t>
            </a:r>
          </a:p>
          <a:p>
            <a:r>
              <a:rPr lang="en-US" dirty="0"/>
              <a:t>The new version is stored.</a:t>
            </a:r>
          </a:p>
          <a:p>
            <a:r>
              <a:rPr lang="en-US" dirty="0"/>
              <a:t>Version 2.35 is released.</a:t>
            </a:r>
          </a:p>
          <a:p>
            <a:r>
              <a:rPr lang="en-US" dirty="0"/>
              <a:t>If bugs </a:t>
            </a:r>
            <a:r>
              <a:rPr lang="en-US" dirty="0" err="1"/>
              <a:t>appear,Developers</a:t>
            </a:r>
            <a:r>
              <a:rPr lang="en-US" dirty="0"/>
              <a:t> return to Version 2.34.</a:t>
            </a:r>
          </a:p>
        </p:txBody>
      </p:sp>
    </p:spTree>
    <p:extLst>
      <p:ext uri="{BB962C8B-B14F-4D97-AF65-F5344CB8AC3E}">
        <p14:creationId xmlns:p14="http://schemas.microsoft.com/office/powerpoint/2010/main" val="35532864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9F030-A97F-DA9F-C77B-EF0A91EED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Configuration Management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64B1D-1515-AA5D-E3D2-2563939A4A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Management</a:t>
            </a:r>
          </a:p>
          <a:p>
            <a:r>
              <a:rPr lang="en-US" dirty="0"/>
              <a:t>System Building</a:t>
            </a:r>
          </a:p>
          <a:p>
            <a:r>
              <a:rPr lang="en-US" dirty="0"/>
              <a:t>Change Management</a:t>
            </a:r>
          </a:p>
          <a:p>
            <a:r>
              <a:rPr lang="en-US" dirty="0"/>
              <a:t>Release Management</a:t>
            </a:r>
          </a:p>
        </p:txBody>
      </p:sp>
    </p:spTree>
    <p:extLst>
      <p:ext uri="{BB962C8B-B14F-4D97-AF65-F5344CB8AC3E}">
        <p14:creationId xmlns:p14="http://schemas.microsoft.com/office/powerpoint/2010/main" val="2017931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AC05F-CFFF-3865-275D-41A9A9493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4486B-3508-0BE2-509E-8B720453E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Management keeps track of every version of software components.</a:t>
            </a:r>
          </a:p>
          <a:p>
            <a:pPr lvl="1"/>
            <a:r>
              <a:rPr lang="en-US" dirty="0"/>
              <a:t>previous versions are stored</a:t>
            </a:r>
          </a:p>
          <a:p>
            <a:pPr lvl="1"/>
            <a:r>
              <a:rPr lang="en-US" dirty="0"/>
              <a:t>developers work safely</a:t>
            </a:r>
          </a:p>
          <a:p>
            <a:pPr lvl="1"/>
            <a:r>
              <a:rPr lang="en-US" dirty="0"/>
              <a:t>changes are not lost</a:t>
            </a:r>
          </a:p>
          <a:p>
            <a:pPr lvl="1"/>
            <a:r>
              <a:rPr lang="en-US" dirty="0"/>
              <a:t>software history is maintained</a:t>
            </a:r>
          </a:p>
        </p:txBody>
      </p:sp>
    </p:spTree>
    <p:extLst>
      <p:ext uri="{BB962C8B-B14F-4D97-AF65-F5344CB8AC3E}">
        <p14:creationId xmlns:p14="http://schemas.microsoft.com/office/powerpoint/2010/main" val="493308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9308B-DA1F-C8F8-E486-FE4E16637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Version Management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02D3B-5F91-2AC0-10BF-3BA717836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Configuration Item (SCI)</a:t>
            </a:r>
          </a:p>
          <a:p>
            <a:r>
              <a:rPr lang="en-US" dirty="0"/>
              <a:t>Version</a:t>
            </a:r>
          </a:p>
          <a:p>
            <a:r>
              <a:rPr lang="en-US" dirty="0"/>
              <a:t>Baseline</a:t>
            </a:r>
          </a:p>
          <a:p>
            <a:r>
              <a:rPr lang="en-US" dirty="0" err="1"/>
              <a:t>Codeline</a:t>
            </a:r>
            <a:endParaRPr lang="en-US" dirty="0"/>
          </a:p>
          <a:p>
            <a:r>
              <a:rPr lang="en-US" dirty="0"/>
              <a:t>Branching</a:t>
            </a:r>
          </a:p>
          <a:p>
            <a:r>
              <a:rPr lang="en-US" dirty="0"/>
              <a:t>Merging</a:t>
            </a:r>
          </a:p>
          <a:p>
            <a:r>
              <a:rPr lang="en-US" dirty="0"/>
              <a:t>Release</a:t>
            </a:r>
          </a:p>
          <a:p>
            <a:r>
              <a:rPr lang="en-US" dirty="0"/>
              <a:t>Mainline</a:t>
            </a:r>
          </a:p>
        </p:txBody>
      </p:sp>
    </p:spTree>
    <p:extLst>
      <p:ext uri="{BB962C8B-B14F-4D97-AF65-F5344CB8AC3E}">
        <p14:creationId xmlns:p14="http://schemas.microsoft.com/office/powerpoint/2010/main" val="2644466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F8852-4EF2-524A-AFEF-669215440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Configuration Items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C6A34-D240-3B98-A882-BF456F723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Software Configuration Item (SCI) is any item that must be managed during software development.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26EFA4-3665-A77C-F8E4-A2D72E2AD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657600"/>
            <a:ext cx="4619625" cy="295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245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521D0-F7CC-2A05-49E5-BB0242DD4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F80D2-C833-992F-ACFB-39C105178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Baseline is an approved version of software.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500A25-61C5-CDFF-C550-3C836E9CE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971800"/>
            <a:ext cx="2971800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75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0DDB-CDBB-691B-33C6-73608FDD6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Version Control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7ECC2-BF44-EE9E-C1D2-E0272F51F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Git</a:t>
            </a:r>
          </a:p>
          <a:p>
            <a:r>
              <a:rPr lang="en-US" dirty="0"/>
              <a:t>GitHub</a:t>
            </a:r>
          </a:p>
          <a:p>
            <a:r>
              <a:rPr lang="en-US" dirty="0"/>
              <a:t>GitLab</a:t>
            </a:r>
          </a:p>
          <a:p>
            <a:r>
              <a:rPr lang="en-US" dirty="0"/>
              <a:t>Bitbucket</a:t>
            </a:r>
          </a:p>
        </p:txBody>
      </p:sp>
    </p:spTree>
    <p:extLst>
      <p:ext uri="{BB962C8B-B14F-4D97-AF65-F5344CB8AC3E}">
        <p14:creationId xmlns:p14="http://schemas.microsoft.com/office/powerpoint/2010/main" val="41151810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68D26-61B9-93BE-F221-F98EB80EC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CA8E-2409-57A2-0F2B-26C324497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three developers work together.</a:t>
            </a:r>
          </a:p>
          <a:p>
            <a:r>
              <a:rPr lang="en-US" dirty="0"/>
              <a:t>Each developer creates a separate Branch.</a:t>
            </a:r>
          </a:p>
          <a:p>
            <a:r>
              <a:rPr lang="en-US" dirty="0"/>
              <a:t>After testing, All branches are merged into the Main Branch.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320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DDC39-B141-A53B-2A77-8AC6625E8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38F1E-0EC2-2B63-9F78-442D82C9E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Assembling components</a:t>
            </a:r>
          </a:p>
          <a:p>
            <a:r>
              <a:rPr lang="en-US" dirty="0"/>
              <a:t>Compiling source code</a:t>
            </a:r>
          </a:p>
          <a:p>
            <a:r>
              <a:rPr lang="en-US" dirty="0"/>
              <a:t>Linking libraries</a:t>
            </a:r>
          </a:p>
          <a:p>
            <a:r>
              <a:rPr lang="en-US" dirty="0"/>
              <a:t>Generating executable software</a:t>
            </a:r>
          </a:p>
        </p:txBody>
      </p:sp>
    </p:spTree>
    <p:extLst>
      <p:ext uri="{BB962C8B-B14F-4D97-AF65-F5344CB8AC3E}">
        <p14:creationId xmlns:p14="http://schemas.microsoft.com/office/powerpoint/2010/main" val="3422848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0348-F949-7481-B2C1-2926CACCE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2737A6-ECC9-6CBD-66DE-54F66EE0A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Management controls software modifications after development.</a:t>
            </a:r>
          </a:p>
          <a:p>
            <a:r>
              <a:rPr lang="en-US" dirty="0"/>
              <a:t>Changes may come from</a:t>
            </a:r>
          </a:p>
          <a:p>
            <a:pPr lvl="1"/>
            <a:r>
              <a:rPr lang="en-US" dirty="0"/>
              <a:t>customers</a:t>
            </a:r>
          </a:p>
          <a:p>
            <a:pPr lvl="1"/>
            <a:r>
              <a:rPr lang="en-US" dirty="0"/>
              <a:t>testers</a:t>
            </a:r>
          </a:p>
          <a:p>
            <a:pPr lvl="1"/>
            <a:r>
              <a:rPr lang="en-US" dirty="0"/>
              <a:t>developers</a:t>
            </a:r>
          </a:p>
          <a:p>
            <a:pPr lvl="1"/>
            <a:r>
              <a:rPr lang="en-US" dirty="0"/>
              <a:t>management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716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51D1-D6A3-1F03-2C64-9A25C0E9A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Release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C79F1-BEFF-E1D6-4B06-DDC0D32B77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Release Management prepares software for customer delivery.</a:t>
            </a:r>
          </a:p>
          <a:p>
            <a:r>
              <a:rPr lang="en-US" dirty="0"/>
              <a:t>A release includes</a:t>
            </a:r>
          </a:p>
          <a:p>
            <a:pPr lvl="1"/>
            <a:r>
              <a:rPr lang="en-US" dirty="0"/>
              <a:t>Executable program</a:t>
            </a:r>
          </a:p>
          <a:p>
            <a:pPr lvl="1"/>
            <a:r>
              <a:rPr lang="en-US" dirty="0"/>
              <a:t>Configuration files</a:t>
            </a:r>
          </a:p>
          <a:p>
            <a:pPr lvl="1"/>
            <a:r>
              <a:rPr lang="en-US" dirty="0"/>
              <a:t>Data files</a:t>
            </a:r>
          </a:p>
          <a:p>
            <a:pPr lvl="1"/>
            <a:r>
              <a:rPr lang="en-US" dirty="0"/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2443596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5144C-0DB7-B45D-5770-CE927F617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Release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AFC21-F1B4-7FB3-8C88-012217BDB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Major Release (Version 2.0)</a:t>
            </a:r>
          </a:p>
          <a:p>
            <a:r>
              <a:rPr lang="en-US" dirty="0"/>
              <a:t>Minor Release (Version 2.1)</a:t>
            </a:r>
          </a:p>
          <a:p>
            <a:r>
              <a:rPr lang="en-US" dirty="0"/>
              <a:t>Patch (2.1.1)</a:t>
            </a:r>
          </a:p>
          <a:p>
            <a:r>
              <a:rPr lang="en-US" dirty="0"/>
              <a:t>Hotfix (Emergency Fix)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01B8A2-2D36-BBBB-46A9-22A4CEA2E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3276600"/>
            <a:ext cx="2667000" cy="273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312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4F761-4EF2-B80A-38C3-33C2D205D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6C8B5-AAE0-C7EA-ED9C-A6B84404B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university develops a Student Management System.</a:t>
            </a:r>
          </a:p>
          <a:p>
            <a:pPr lvl="1"/>
            <a:r>
              <a:rPr lang="en-US" dirty="0"/>
              <a:t>Developer A builds the Login module.</a:t>
            </a:r>
          </a:p>
          <a:p>
            <a:pPr lvl="1"/>
            <a:r>
              <a:rPr lang="en-US" dirty="0"/>
              <a:t>Developer B builds the Attendance module.</a:t>
            </a:r>
          </a:p>
          <a:p>
            <a:pPr lvl="1"/>
            <a:r>
              <a:rPr lang="en-US" dirty="0"/>
              <a:t>Git stores every change.</a:t>
            </a:r>
          </a:p>
          <a:p>
            <a:pPr lvl="1"/>
            <a:r>
              <a:rPr lang="en-US" dirty="0"/>
              <a:t>Jenkins automatically builds the project.</a:t>
            </a:r>
          </a:p>
          <a:p>
            <a:pPr lvl="1"/>
            <a:r>
              <a:rPr lang="en-US" dirty="0"/>
              <a:t>After testing, Version 2.0 is released to students.</a:t>
            </a:r>
          </a:p>
        </p:txBody>
      </p:sp>
    </p:spTree>
    <p:extLst>
      <p:ext uri="{BB962C8B-B14F-4D97-AF65-F5344CB8AC3E}">
        <p14:creationId xmlns:p14="http://schemas.microsoft.com/office/powerpoint/2010/main" val="10729644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0810E-ED59-A1DE-E255-AC30308FE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Advantages of Configuration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74A2F-426D-47E9-2F29-B1E61A8F2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Better teamwork</a:t>
            </a:r>
          </a:p>
          <a:p>
            <a:r>
              <a:rPr lang="en-US" dirty="0"/>
              <a:t>Easy tracking of software versions</a:t>
            </a:r>
          </a:p>
          <a:p>
            <a:r>
              <a:rPr lang="en-US" dirty="0"/>
              <a:t>Prevents data loss</a:t>
            </a:r>
          </a:p>
          <a:p>
            <a:r>
              <a:rPr lang="en-US" dirty="0"/>
              <a:t>Faster recovery</a:t>
            </a:r>
          </a:p>
          <a:p>
            <a:r>
              <a:rPr lang="en-US" dirty="0"/>
              <a:t>Easier maintenance</a:t>
            </a:r>
          </a:p>
          <a:p>
            <a:r>
              <a:rPr lang="en-US" dirty="0"/>
              <a:t>Improved software quality</a:t>
            </a:r>
          </a:p>
          <a:p>
            <a:r>
              <a:rPr lang="en-US" dirty="0"/>
              <a:t>Reliable software releases</a:t>
            </a:r>
          </a:p>
        </p:txBody>
      </p:sp>
    </p:spTree>
    <p:extLst>
      <p:ext uri="{BB962C8B-B14F-4D97-AF65-F5344CB8AC3E}">
        <p14:creationId xmlns:p14="http://schemas.microsoft.com/office/powerpoint/2010/main" val="9826534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CEAFC-1EAC-5BD9-E10B-88ACEC626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87840-7F27-8368-8C08-F022CA5C7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DevOps is a software development approach that brings Development (Dev) and Operations (Ops) teams together to build, test, release, and maintain software more quickly and reliably.</a:t>
            </a:r>
          </a:p>
        </p:txBody>
      </p:sp>
    </p:spTree>
    <p:extLst>
      <p:ext uri="{BB962C8B-B14F-4D97-AF65-F5344CB8AC3E}">
        <p14:creationId xmlns:p14="http://schemas.microsoft.com/office/powerpoint/2010/main" val="1013188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EEE69-6991-FDE4-D148-545ECF68F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C6AFF-5731-009C-C384-229893B53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Management </a:t>
            </a:r>
          </a:p>
          <a:p>
            <a:r>
              <a:rPr lang="en-US" dirty="0"/>
              <a:t>System Building </a:t>
            </a:r>
          </a:p>
          <a:p>
            <a:r>
              <a:rPr lang="en-US" dirty="0"/>
              <a:t>Change Management </a:t>
            </a:r>
          </a:p>
          <a:p>
            <a:r>
              <a:rPr lang="en-US" dirty="0"/>
              <a:t>Release Management </a:t>
            </a:r>
          </a:p>
        </p:txBody>
      </p:sp>
    </p:spTree>
    <p:extLst>
      <p:ext uri="{BB962C8B-B14F-4D97-AF65-F5344CB8AC3E}">
        <p14:creationId xmlns:p14="http://schemas.microsoft.com/office/powerpoint/2010/main" val="2412882799"/>
      </p:ext>
    </p:extLst>
  </p:cSld>
  <p:clrMapOvr>
    <a:masterClrMapping/>
  </p:clrMapOvr>
</p:sld>
</file>

<file path=ppt/theme/theme1.xml><?xml version="1.0" encoding="utf-8"?>
<a:theme xmlns:a="http://schemas.openxmlformats.org/drawingml/2006/main" name="SLIATE LMS Template Powerpoin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4713</TotalTime>
  <Words>435</Words>
  <Application>Microsoft Office PowerPoint</Application>
  <PresentationFormat>On-screen Show (4:3)</PresentationFormat>
  <Paragraphs>105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SLIATE LMS Template Powerpoint</vt:lpstr>
      <vt:lpstr>HNDIT 4012 Software Engineering</vt:lpstr>
      <vt:lpstr>Learning Outcome</vt:lpstr>
      <vt:lpstr>What is Configuration Management?</vt:lpstr>
      <vt:lpstr>Why is Configuration Management Needed?</vt:lpstr>
      <vt:lpstr>Real World Example</vt:lpstr>
      <vt:lpstr>Configuration Management Activities</vt:lpstr>
      <vt:lpstr>Version Management</vt:lpstr>
      <vt:lpstr>Common Version Management Terms</vt:lpstr>
      <vt:lpstr>Software Configuration Items </vt:lpstr>
      <vt:lpstr>Baseline</vt:lpstr>
      <vt:lpstr>Version Control System</vt:lpstr>
      <vt:lpstr>Git Example</vt:lpstr>
      <vt:lpstr>System Building</vt:lpstr>
      <vt:lpstr>Change Management</vt:lpstr>
      <vt:lpstr>Release Management</vt:lpstr>
      <vt:lpstr>Release Types</vt:lpstr>
      <vt:lpstr>Real-World Example</vt:lpstr>
      <vt:lpstr>Advantages of Configuration Management</vt:lpstr>
      <vt:lpstr>DevOps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HNDIT 2312-Principles of Software Engineering</dc:title>
  <dc:creator>Windows User</dc:creator>
  <cp:lastModifiedBy>Gayan Sudharshana</cp:lastModifiedBy>
  <cp:revision>69</cp:revision>
  <dcterms:created xsi:type="dcterms:W3CDTF">2018-06-02T18:39:01Z</dcterms:created>
  <dcterms:modified xsi:type="dcterms:W3CDTF">2026-06-22T18:16:44Z</dcterms:modified>
</cp:coreProperties>
</file>