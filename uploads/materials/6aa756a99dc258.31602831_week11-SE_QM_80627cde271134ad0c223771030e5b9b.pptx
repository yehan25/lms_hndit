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33" r:id="rId3"/>
    <p:sldId id="315" r:id="rId4"/>
    <p:sldId id="335" r:id="rId5"/>
    <p:sldId id="316" r:id="rId6"/>
    <p:sldId id="336" r:id="rId7"/>
    <p:sldId id="337" r:id="rId8"/>
    <p:sldId id="338" r:id="rId9"/>
    <p:sldId id="320" r:id="rId10"/>
    <p:sldId id="321" r:id="rId11"/>
    <p:sldId id="322" r:id="rId12"/>
    <p:sldId id="323" r:id="rId13"/>
    <p:sldId id="325" r:id="rId14"/>
    <p:sldId id="326" r:id="rId15"/>
    <p:sldId id="327" r:id="rId16"/>
    <p:sldId id="329" r:id="rId17"/>
    <p:sldId id="330" r:id="rId18"/>
    <p:sldId id="331" r:id="rId19"/>
    <p:sldId id="332" r:id="rId20"/>
    <p:sldId id="33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660"/>
  </p:normalViewPr>
  <p:slideViewPr>
    <p:cSldViewPr>
      <p:cViewPr varScale="1">
        <p:scale>
          <a:sx n="108" d="100"/>
          <a:sy n="108" d="100"/>
        </p:scale>
        <p:origin x="181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4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3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5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Quality Management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HNDIT 4012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578411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4F015-BA47-5867-7D24-93EC83161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2BF86-1030-819B-F98C-F2740AF51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Quality</a:t>
            </a:r>
          </a:p>
          <a:p>
            <a:r>
              <a:rPr lang="en-US" dirty="0"/>
              <a:t>Software Standards</a:t>
            </a:r>
          </a:p>
          <a:p>
            <a:r>
              <a:rPr lang="en-US" dirty="0"/>
              <a:t>Reviews and Inspections</a:t>
            </a:r>
          </a:p>
          <a:p>
            <a:r>
              <a:rPr lang="en-US" dirty="0"/>
              <a:t>Quality Management in Agile Development</a:t>
            </a:r>
          </a:p>
          <a:p>
            <a:r>
              <a:rPr lang="en-US" dirty="0"/>
              <a:t>Software Measurement</a:t>
            </a:r>
          </a:p>
        </p:txBody>
      </p:sp>
    </p:spTree>
    <p:extLst>
      <p:ext uri="{BB962C8B-B14F-4D97-AF65-F5344CB8AC3E}">
        <p14:creationId xmlns:p14="http://schemas.microsoft.com/office/powerpoint/2010/main" val="3287804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9A9FD-ECF1-EF88-22FA-D0B751C63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Software Quality Management?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E03CF-4FA1-12BE-69CA-0F2F69A1C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Quality Management (SQM) refers to activities that ensure software meets-</a:t>
            </a:r>
          </a:p>
          <a:p>
            <a:pPr lvl="1"/>
            <a:r>
              <a:rPr lang="en-US" dirty="0"/>
              <a:t>Customer requirements</a:t>
            </a:r>
          </a:p>
          <a:p>
            <a:pPr lvl="1"/>
            <a:r>
              <a:rPr lang="en-US" dirty="0"/>
              <a:t>Organizational standards</a:t>
            </a:r>
          </a:p>
          <a:p>
            <a:pPr lvl="1"/>
            <a:r>
              <a:rPr lang="en-US" dirty="0"/>
              <a:t>Reliability expectations</a:t>
            </a:r>
          </a:p>
          <a:p>
            <a:pPr lvl="1"/>
            <a:r>
              <a:rPr lang="en-US" dirty="0"/>
              <a:t>Maintainability requirements</a:t>
            </a:r>
          </a:p>
        </p:txBody>
      </p:sp>
    </p:spTree>
    <p:extLst>
      <p:ext uri="{BB962C8B-B14F-4D97-AF65-F5344CB8AC3E}">
        <p14:creationId xmlns:p14="http://schemas.microsoft.com/office/powerpoint/2010/main" val="4251547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D8AF-8F8F-1E03-95E2-4DC8B0737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Quality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35061-A9D3-2E47-C387-AD51B9881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1C4CC-2F9D-768D-726F-088DE3272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971800"/>
            <a:ext cx="5782387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085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F3E45-6322-2847-60E6-284D9634F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Management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6545A-8FA4-AAFB-2169-3DCDA5689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Quality Planning</a:t>
            </a:r>
          </a:p>
          <a:p>
            <a:r>
              <a:rPr lang="en-US" dirty="0"/>
              <a:t>Quality Assurance</a:t>
            </a:r>
          </a:p>
          <a:p>
            <a:r>
              <a:rPr lang="en-US" dirty="0"/>
              <a:t>Quality Control</a:t>
            </a:r>
          </a:p>
        </p:txBody>
      </p:sp>
    </p:spTree>
    <p:extLst>
      <p:ext uri="{BB962C8B-B14F-4D97-AF65-F5344CB8AC3E}">
        <p14:creationId xmlns:p14="http://schemas.microsoft.com/office/powerpoint/2010/main" val="25204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CD35-4D57-F543-06C8-3A89ECEF1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Quality Process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1DDEFE-517A-E312-3A28-D7CBE8274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667000"/>
            <a:ext cx="6685936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338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466BE-AAAE-31D9-A06F-C9EF23E4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67170-E6A3-09A8-F7DF-441E21886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 description</a:t>
            </a:r>
          </a:p>
          <a:p>
            <a:r>
              <a:rPr lang="en-US" dirty="0"/>
              <a:t>Quality goals</a:t>
            </a:r>
          </a:p>
          <a:p>
            <a:r>
              <a:rPr lang="en-US" dirty="0"/>
              <a:t>Review procedures</a:t>
            </a:r>
          </a:p>
          <a:p>
            <a:r>
              <a:rPr lang="en-US" dirty="0"/>
              <a:t>Testing strategy</a:t>
            </a:r>
          </a:p>
          <a:p>
            <a:r>
              <a:rPr lang="en-US" dirty="0"/>
              <a:t>Standards to be followed</a:t>
            </a:r>
          </a:p>
        </p:txBody>
      </p:sp>
    </p:spTree>
    <p:extLst>
      <p:ext uri="{BB962C8B-B14F-4D97-AF65-F5344CB8AC3E}">
        <p14:creationId xmlns:p14="http://schemas.microsoft.com/office/powerpoint/2010/main" val="1642957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AD07B-EDFC-3898-AF71-FBE3CA25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Quality Assurance vs Quality Control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A719FF-3426-D321-C796-E2F71E705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781300"/>
            <a:ext cx="5984434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039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830E3-AEFB-DD67-324D-DC01C9375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B5305-DF1A-4F75-8C88-D8AFE409E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standards are documented best practices that support quality assurance.</a:t>
            </a:r>
          </a:p>
          <a:p>
            <a:r>
              <a:rPr lang="en-US" dirty="0"/>
              <a:t>Purpose</a:t>
            </a:r>
          </a:p>
          <a:p>
            <a:pPr lvl="1"/>
            <a:r>
              <a:rPr lang="en-US" dirty="0"/>
              <a:t>Improve consistency</a:t>
            </a:r>
          </a:p>
          <a:p>
            <a:pPr lvl="1"/>
            <a:r>
              <a:rPr lang="en-US" dirty="0"/>
              <a:t>Improve communication</a:t>
            </a:r>
          </a:p>
          <a:p>
            <a:pPr lvl="1"/>
            <a:r>
              <a:rPr lang="en-US" dirty="0"/>
              <a:t>Reduce errors</a:t>
            </a:r>
          </a:p>
          <a:p>
            <a:pPr lvl="1"/>
            <a:r>
              <a:rPr lang="en-US" dirty="0"/>
              <a:t>Support maintainability</a:t>
            </a:r>
          </a:p>
        </p:txBody>
      </p:sp>
    </p:spTree>
    <p:extLst>
      <p:ext uri="{BB962C8B-B14F-4D97-AF65-F5344CB8AC3E}">
        <p14:creationId xmlns:p14="http://schemas.microsoft.com/office/powerpoint/2010/main" val="3098742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F784F-672D-10B5-81D8-2E41B6A8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Standards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218132-37F3-8CD3-4A59-95DE6FD1C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655997"/>
            <a:ext cx="6262394" cy="244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89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0E49F-9FEE-226D-848D-04AC0BF48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 9001 and Quality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E99EF-A436-B509-6F2F-28AA01B04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Organizational quality procedures.</a:t>
            </a:r>
          </a:p>
          <a:p>
            <a:r>
              <a:rPr lang="en-US" dirty="0"/>
              <a:t>Compliance with defined processes.</a:t>
            </a:r>
          </a:p>
          <a:p>
            <a:r>
              <a:rPr lang="en-US" dirty="0"/>
              <a:t>Documentation of quality activities.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234643-D330-ADF8-7589-C1B518AAF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733800"/>
            <a:ext cx="451485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18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A3398-F837-B008-AFAA-1137C2BC3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Reviews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D43E2-3A3C-F566-42EF-11FDF5DFD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Team members examine documents or code.</a:t>
            </a:r>
          </a:p>
          <a:p>
            <a:r>
              <a:rPr lang="en-US" dirty="0"/>
              <a:t>Quality standards are checked.</a:t>
            </a:r>
          </a:p>
          <a:p>
            <a:r>
              <a:rPr lang="en-US" dirty="0"/>
              <a:t>Findings are recorded.</a:t>
            </a:r>
          </a:p>
          <a:p>
            <a:r>
              <a:rPr lang="en-US" dirty="0"/>
              <a:t>Defect reports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0D423-00C9-CBA9-2DC7-DC2350A09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634545"/>
            <a:ext cx="6330293" cy="148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80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72FE1-CD8A-DE39-964B-1C93F7C1B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Inspection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35A4E-91B7-01B9-D274-10A3CE323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peer-review process where developers systematically examine source code to identify defects.</a:t>
            </a:r>
          </a:p>
          <a:p>
            <a:pPr lvl="1"/>
            <a:r>
              <a:rPr lang="en-US" dirty="0"/>
              <a:t>Logical errors</a:t>
            </a:r>
          </a:p>
          <a:p>
            <a:pPr lvl="1"/>
            <a:r>
              <a:rPr lang="en-US" dirty="0"/>
              <a:t>Missing functionality</a:t>
            </a:r>
          </a:p>
          <a:p>
            <a:pPr lvl="1"/>
            <a:r>
              <a:rPr lang="en-US" dirty="0"/>
              <a:t>Coding standard violations</a:t>
            </a:r>
          </a:p>
          <a:p>
            <a:pPr lvl="1"/>
            <a:r>
              <a:rPr lang="en-US" dirty="0"/>
              <a:t>Design inconsistencies</a:t>
            </a:r>
          </a:p>
        </p:txBody>
      </p:sp>
    </p:spTree>
    <p:extLst>
      <p:ext uri="{BB962C8B-B14F-4D97-AF65-F5344CB8AC3E}">
        <p14:creationId xmlns:p14="http://schemas.microsoft.com/office/powerpoint/2010/main" val="2588544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9A918-15F2-DEA1-5C03-A2A8ACA49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Inspection Checklists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AFAEE7-E09F-8C99-B0F5-7E0828782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81200"/>
            <a:ext cx="5889396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757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5C93-B222-BBCF-4866-E5A05BCC5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Quality Management and Agile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B92DD-15DA-B5F6-7E2B-6BDBC3F57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Refactoring</a:t>
            </a:r>
          </a:p>
          <a:p>
            <a:r>
              <a:rPr lang="en-US" dirty="0"/>
              <a:t>Test-Driven Development (TDD)</a:t>
            </a:r>
          </a:p>
          <a:p>
            <a:r>
              <a:rPr lang="en-US" dirty="0"/>
              <a:t>Continuous Testing</a:t>
            </a:r>
          </a:p>
          <a:p>
            <a:r>
              <a:rPr lang="en-US" dirty="0"/>
              <a:t>Team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550186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1E5D8-D703-8F7D-900D-4372EC828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Culture in Agile Teams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37DCE-C3F5-4A5B-56A9-FCE0B31CB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Approach-</a:t>
            </a:r>
          </a:p>
          <a:p>
            <a:pPr lvl="1"/>
            <a:r>
              <a:rPr lang="en-US" dirty="0"/>
              <a:t>Dedicated QA teams</a:t>
            </a:r>
          </a:p>
          <a:p>
            <a:r>
              <a:rPr lang="en-US" dirty="0"/>
              <a:t>Agile Approach-</a:t>
            </a:r>
          </a:p>
          <a:p>
            <a:pPr lvl="1"/>
            <a:r>
              <a:rPr lang="en-US" dirty="0"/>
              <a:t>Quality is built into development activities.</a:t>
            </a:r>
          </a:p>
          <a:p>
            <a:pPr lvl="1"/>
            <a:r>
              <a:rPr lang="en-US" dirty="0"/>
              <a:t>Team members work together to improve quality.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219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EA878-E010-76E9-22CC-E5954B8D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Measurement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52B96-99C5-3B8D-51CB-32B026D5E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measurement involves collecting quantitative data about</a:t>
            </a:r>
          </a:p>
          <a:p>
            <a:pPr lvl="1"/>
            <a:r>
              <a:rPr lang="en-US" dirty="0"/>
              <a:t>Product Metrics</a:t>
            </a:r>
          </a:p>
          <a:p>
            <a:pPr lvl="1"/>
            <a:r>
              <a:rPr lang="en-US" dirty="0"/>
              <a:t>Process Metrics</a:t>
            </a:r>
          </a:p>
        </p:txBody>
      </p:sp>
    </p:spTree>
    <p:extLst>
      <p:ext uri="{BB962C8B-B14F-4D97-AF65-F5344CB8AC3E}">
        <p14:creationId xmlns:p14="http://schemas.microsoft.com/office/powerpoint/2010/main" val="2273331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83DA1-D2E7-A005-EDB2-CFB21B85F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Metrics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CF0D87-A933-2A7E-8A91-FE5F54D8D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905000"/>
            <a:ext cx="5794858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735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FC305-B784-23A3-2527-317FD814F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99AB7-EA62-EE3C-5586-5D3CCC416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 software processes.</a:t>
            </a:r>
          </a:p>
          <a:p>
            <a:r>
              <a:rPr lang="en-US" dirty="0"/>
              <a:t>Examples-</a:t>
            </a:r>
          </a:p>
          <a:p>
            <a:pPr lvl="1"/>
            <a:r>
              <a:rPr lang="en-US" dirty="0"/>
              <a:t>Defects discovered</a:t>
            </a:r>
          </a:p>
          <a:p>
            <a:pPr lvl="1"/>
            <a:r>
              <a:rPr lang="en-US" dirty="0"/>
              <a:t>Review effectiveness</a:t>
            </a:r>
          </a:p>
          <a:p>
            <a:pPr lvl="1"/>
            <a:r>
              <a:rPr lang="en-US" dirty="0"/>
              <a:t>Development effort</a:t>
            </a:r>
          </a:p>
        </p:txBody>
      </p:sp>
    </p:spTree>
    <p:extLst>
      <p:ext uri="{BB962C8B-B14F-4D97-AF65-F5344CB8AC3E}">
        <p14:creationId xmlns:p14="http://schemas.microsoft.com/office/powerpoint/2010/main" val="1469702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1D3FF-1AD8-0EEF-375B-3A8D55754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C626E-08AB-EDFB-7095-44E0BBF5D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Quality Management</a:t>
            </a:r>
          </a:p>
          <a:p>
            <a:r>
              <a:rPr lang="en-US" dirty="0"/>
              <a:t>Quality Techniques</a:t>
            </a:r>
          </a:p>
          <a:p>
            <a:r>
              <a:rPr lang="en-US" dirty="0"/>
              <a:t>Agile Quality </a:t>
            </a:r>
            <a:r>
              <a:rPr lang="en-US" dirty="0" err="1"/>
              <a:t>Managemen</a:t>
            </a:r>
            <a:endParaRPr lang="en-US" dirty="0"/>
          </a:p>
          <a:p>
            <a:r>
              <a:rPr lang="en-US" dirty="0"/>
              <a:t>Software Measurement</a:t>
            </a:r>
          </a:p>
        </p:txBody>
      </p:sp>
    </p:spTree>
    <p:extLst>
      <p:ext uri="{BB962C8B-B14F-4D97-AF65-F5344CB8AC3E}">
        <p14:creationId xmlns:p14="http://schemas.microsoft.com/office/powerpoint/2010/main" val="133311219"/>
      </p:ext>
    </p:extLst>
  </p:cSld>
  <p:clrMapOvr>
    <a:masterClrMapping/>
  </p:clrMapOvr>
</p:sld>
</file>

<file path=ppt/theme/theme1.xml><?xml version="1.0" encoding="utf-8"?>
<a:theme xmlns:a="http://schemas.openxmlformats.org/drawingml/2006/main" name="SLIATE LMS Template Powerpoin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4680</TotalTime>
  <Words>254</Words>
  <Application>Microsoft Office PowerPoint</Application>
  <PresentationFormat>On-screen Show (4:3)</PresentationFormat>
  <Paragraphs>78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SLIATE LMS Template Powerpoint</vt:lpstr>
      <vt:lpstr>HNDIT 4012 Software Engineering</vt:lpstr>
      <vt:lpstr>Topics Covered</vt:lpstr>
      <vt:lpstr>What is Software Quality Management?</vt:lpstr>
      <vt:lpstr>Software Quality Attribute</vt:lpstr>
      <vt:lpstr>Quality Management Activities</vt:lpstr>
      <vt:lpstr>Software Quality Process</vt:lpstr>
      <vt:lpstr>Quality Planning</vt:lpstr>
      <vt:lpstr>Quality Assurance vs Quality Control</vt:lpstr>
      <vt:lpstr>Software Standards</vt:lpstr>
      <vt:lpstr>Types of Standards</vt:lpstr>
      <vt:lpstr>ISO 9001 and Quality Management</vt:lpstr>
      <vt:lpstr>Software Reviews</vt:lpstr>
      <vt:lpstr>Software Inspection</vt:lpstr>
      <vt:lpstr>Inspection Checklists</vt:lpstr>
      <vt:lpstr>Quality Management and Agile Development</vt:lpstr>
      <vt:lpstr>Quality Culture in Agile Teams</vt:lpstr>
      <vt:lpstr>Software Measurement</vt:lpstr>
      <vt:lpstr>Product Metrics</vt:lpstr>
      <vt:lpstr>Process Metrics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HNDIT 2312-Principles of Software Engineering</dc:title>
  <dc:creator>Windows User</dc:creator>
  <cp:lastModifiedBy>Gayan Sudharshana</cp:lastModifiedBy>
  <cp:revision>67</cp:revision>
  <dcterms:created xsi:type="dcterms:W3CDTF">2018-06-02T18:39:01Z</dcterms:created>
  <dcterms:modified xsi:type="dcterms:W3CDTF">2026-06-14T11:34:41Z</dcterms:modified>
</cp:coreProperties>
</file>